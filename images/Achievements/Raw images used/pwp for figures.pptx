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003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96" autoAdjust="0"/>
    <p:restoredTop sz="94237" autoAdjust="0"/>
  </p:normalViewPr>
  <p:slideViewPr>
    <p:cSldViewPr snapToGrid="0">
      <p:cViewPr>
        <p:scale>
          <a:sx n="66" d="100"/>
          <a:sy n="66" d="100"/>
        </p:scale>
        <p:origin x="864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4C0A1-3574-FEFA-D0A0-21646B2DA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9B443-4341-58C0-3010-F372DDC6B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BC3CF-D987-D9B4-CC51-1EB5AD94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D17B9-A530-63FA-3D81-9E328D3E4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82D69-19AB-26E8-BE2B-F9895C1A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104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8D0F-8324-7D15-CEA0-6E17C30E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AE3A6-7032-14CE-F728-81A6074E4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B262E-D3EE-0C69-8960-1458B20E9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FBF17-948F-69FD-01D7-96B72C52A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5DBE2-F955-33AE-12DB-2FDDE6B2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085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2EFFA-E3D5-3C03-B5E5-C1E7B011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27A5B-C426-0C69-28F4-699F4242A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8208-05EA-226A-328F-4B25DCBA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F6109-04D8-88C8-EEF1-CDFD3341C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73009-293F-B6A6-247D-31426F4A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666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CFC9-7301-CF34-2097-D8CCB1A4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C65D9-32EE-F95A-F7D9-AA63A43F3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712B5-FDB6-0206-C367-37C31A83B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314D6-799A-2C8A-8E25-F26F46F8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38D3-5698-3CFC-1C66-B3C9A398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6CEFA-7A5A-ED7B-09EB-3696B5085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9762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FE5A-CD14-3C3C-C9B9-36735A3D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81617-C4DF-5287-27B1-A0AE5E9E2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BCFA9-50D4-F380-1C92-87FF77FC6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14DC7-20BA-8B10-83FF-80C116B23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04539-BCBE-07E6-7AC9-1B0B45AA8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4968D-D0A1-EACA-9A71-83E853F66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35C70-3A91-536E-8301-BBC7D379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082C0-33D7-DD83-588B-C3858B257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60559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EBD2-68E3-3D90-A739-798DB087E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CAD20-69F9-CD5C-E738-0B8833C8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9D5CB-678A-E2D7-587B-EBE771B1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91049-9BD2-40DB-B2FE-3B44EBC66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70693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3E02F-48E6-3904-260A-BFBF3E7B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421ADF-1F55-EAC3-82FF-4845D546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8AD3A-D65A-A19E-48D0-36D04D8A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306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6CE4-D1AF-8D05-1FD0-5361D91DD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8778-20EA-2F7E-6BF4-BBB3EC2A6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3045F-1997-8F9D-A5CB-307C393C16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D9557-8FB6-DCCB-65F9-43D933C82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D1116-FE04-3614-DC0B-E267C18F4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50894-60CC-B790-2030-3F65C3E9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94988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D559-70A8-2721-A11C-D29DD9B66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17FF9-8CD0-CA9D-79FB-BD2067E3B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4FECA-E327-B917-D256-E38FE7924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1B6935-2CEC-D029-2902-1098857F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2E2FD-6C2C-3F1E-9D64-DCC45FF7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177AC-45FB-BA84-FAB4-4A42F13D9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5194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88F1-87E2-8F68-81D6-623AF2A8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CC5F0-8E03-85DE-F735-29DC718F5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8742B-E91E-D3A3-D7F1-157C637C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10ED6-CDC6-607D-5DA8-4C2B0760E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31030-DA8C-69BC-EFD3-78A909F5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677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2A143-4C14-9313-AFEE-62F112A6D4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C97F1-A5E5-F788-D305-8665B0C9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FF9FB-82B7-D719-59FD-37E4146EC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38C75-C4F5-4F10-1476-CCC0B0FA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D8E3-16F5-9FBD-2942-7AB5C5A6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832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4BDFE-BBDC-045E-811C-DC87D40A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7DEB3-937B-ECFB-33C5-C09689B33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084E5-1188-0EDC-BEA7-0C88F7051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3E7AD8-940C-42F7-86A5-616F2004B9CB}" type="datetimeFigureOut">
              <a:rPr lang="nl-BE" smtClean="0"/>
              <a:t>20/11/2025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E791D-CBFD-F644-C179-D544921774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54B17-5896-9B66-2AF9-70216C3B3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F69476-3C69-47B5-993B-8F9CCDD127C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8097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BFE071F-8C10-88E7-99F9-711EEA726FE2}"/>
              </a:ext>
            </a:extLst>
          </p:cNvPr>
          <p:cNvGrpSpPr/>
          <p:nvPr/>
        </p:nvGrpSpPr>
        <p:grpSpPr>
          <a:xfrm>
            <a:off x="4157826" y="1479593"/>
            <a:ext cx="3876348" cy="3898815"/>
            <a:chOff x="4157826" y="1479593"/>
            <a:chExt cx="3876348" cy="3898815"/>
          </a:xfrm>
        </p:grpSpPr>
        <p:sp>
          <p:nvSpPr>
            <p:cNvPr id="8" name="Graphic 6" descr="Heart with solid fill">
              <a:extLst>
                <a:ext uri="{FF2B5EF4-FFF2-40B4-BE49-F238E27FC236}">
                  <a16:creationId xmlns:a16="http://schemas.microsoft.com/office/drawing/2014/main" id="{52371EB8-A693-B927-BCD2-495D996E6474}"/>
                </a:ext>
              </a:extLst>
            </p:cNvPr>
            <p:cNvSpPr/>
            <p:nvPr/>
          </p:nvSpPr>
          <p:spPr>
            <a:xfrm>
              <a:off x="4157826" y="1479600"/>
              <a:ext cx="3876348" cy="3898800"/>
            </a:xfrm>
            <a:custGeom>
              <a:avLst/>
              <a:gdLst>
                <a:gd name="connsiteX0" fmla="*/ 3582764 w 7165527"/>
                <a:gd name="connsiteY0" fmla="*/ 1415204 h 6789349"/>
                <a:gd name="connsiteX1" fmla="*/ 0 w 7165527"/>
                <a:gd name="connsiteY1" fmla="*/ 1836706 h 6789349"/>
                <a:gd name="connsiteX2" fmla="*/ 3582764 w 7165527"/>
                <a:gd name="connsiteY2" fmla="*/ 6789350 h 6789349"/>
                <a:gd name="connsiteX3" fmla="*/ 7165528 w 7165527"/>
                <a:gd name="connsiteY3" fmla="*/ 1836706 h 6789349"/>
                <a:gd name="connsiteX4" fmla="*/ 3582764 w 7165527"/>
                <a:gd name="connsiteY4" fmla="*/ 1415204 h 678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527" h="6789349">
                  <a:moveTo>
                    <a:pt x="3582764" y="1415204"/>
                  </a:moveTo>
                  <a:cubicBezTo>
                    <a:pt x="2255034" y="-1219181"/>
                    <a:pt x="0" y="361450"/>
                    <a:pt x="0" y="1836706"/>
                  </a:cubicBezTo>
                  <a:cubicBezTo>
                    <a:pt x="0" y="4049590"/>
                    <a:pt x="3582764" y="6789350"/>
                    <a:pt x="3582764" y="6789350"/>
                  </a:cubicBezTo>
                  <a:cubicBezTo>
                    <a:pt x="3582764" y="6789350"/>
                    <a:pt x="7165528" y="4049590"/>
                    <a:pt x="7165528" y="1836706"/>
                  </a:cubicBezTo>
                  <a:cubicBezTo>
                    <a:pt x="7165528" y="361450"/>
                    <a:pt x="4910494" y="-1219181"/>
                    <a:pt x="3582764" y="1415204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 w="105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BE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1C83B093-B5F2-8B0F-4402-70B8EF339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80216" y="1479593"/>
              <a:ext cx="3231568" cy="38988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075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2D5FBC1-C562-1DC2-6612-C78DDED9590F}"/>
              </a:ext>
            </a:extLst>
          </p:cNvPr>
          <p:cNvGrpSpPr/>
          <p:nvPr/>
        </p:nvGrpSpPr>
        <p:grpSpPr>
          <a:xfrm>
            <a:off x="3756000" y="1004280"/>
            <a:ext cx="4680000" cy="4849441"/>
            <a:chOff x="3125164" y="1679653"/>
            <a:chExt cx="4680000" cy="484944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32F767-9DB2-A076-15A8-8F8EEADE813F}"/>
                </a:ext>
              </a:extLst>
            </p:cNvPr>
            <p:cNvGrpSpPr/>
            <p:nvPr/>
          </p:nvGrpSpPr>
          <p:grpSpPr>
            <a:xfrm>
              <a:off x="3125164" y="1849094"/>
              <a:ext cx="4680000" cy="4680000"/>
              <a:chOff x="6054563" y="3387563"/>
              <a:chExt cx="3159808" cy="3159808"/>
            </a:xfrm>
            <a:solidFill>
              <a:srgbClr val="000000">
                <a:alpha val="40000"/>
              </a:srgbClr>
            </a:solidFill>
          </p:grpSpPr>
          <p:sp>
            <p:nvSpPr>
              <p:cNvPr id="7" name="Free-form: Shape 6">
                <a:extLst>
                  <a:ext uri="{FF2B5EF4-FFF2-40B4-BE49-F238E27FC236}">
                    <a16:creationId xmlns:a16="http://schemas.microsoft.com/office/drawing/2014/main" id="{64FB84ED-B290-8AEF-1AAF-41138014702D}"/>
                  </a:ext>
                </a:extLst>
              </p:cNvPr>
              <p:cNvSpPr/>
              <p:nvPr/>
            </p:nvSpPr>
            <p:spPr>
              <a:xfrm>
                <a:off x="6054563" y="3387563"/>
                <a:ext cx="3159808" cy="3159808"/>
              </a:xfrm>
              <a:custGeom>
                <a:avLst/>
                <a:gdLst>
                  <a:gd name="connsiteX0" fmla="*/ 1579904 w 3159808"/>
                  <a:gd name="connsiteY0" fmla="*/ 2910350 h 3159808"/>
                  <a:gd name="connsiteX1" fmla="*/ 249459 w 3159808"/>
                  <a:gd name="connsiteY1" fmla="*/ 1579904 h 3159808"/>
                  <a:gd name="connsiteX2" fmla="*/ 1579904 w 3159808"/>
                  <a:gd name="connsiteY2" fmla="*/ 249459 h 3159808"/>
                  <a:gd name="connsiteX3" fmla="*/ 2910350 w 3159808"/>
                  <a:gd name="connsiteY3" fmla="*/ 1579904 h 3159808"/>
                  <a:gd name="connsiteX4" fmla="*/ 1579904 w 3159808"/>
                  <a:gd name="connsiteY4" fmla="*/ 2910350 h 3159808"/>
                  <a:gd name="connsiteX5" fmla="*/ 1579904 w 3159808"/>
                  <a:gd name="connsiteY5" fmla="*/ 0 h 3159808"/>
                  <a:gd name="connsiteX6" fmla="*/ 0 w 3159808"/>
                  <a:gd name="connsiteY6" fmla="*/ 1579904 h 3159808"/>
                  <a:gd name="connsiteX7" fmla="*/ 1579904 w 3159808"/>
                  <a:gd name="connsiteY7" fmla="*/ 3159809 h 3159808"/>
                  <a:gd name="connsiteX8" fmla="*/ 3159809 w 3159808"/>
                  <a:gd name="connsiteY8" fmla="*/ 1579904 h 3159808"/>
                  <a:gd name="connsiteX9" fmla="*/ 1579904 w 3159808"/>
                  <a:gd name="connsiteY9" fmla="*/ 0 h 3159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9808" h="3159808">
                    <a:moveTo>
                      <a:pt x="1579904" y="2910350"/>
                    </a:moveTo>
                    <a:cubicBezTo>
                      <a:pt x="848159" y="2910350"/>
                      <a:pt x="249459" y="2311649"/>
                      <a:pt x="249459" y="1579904"/>
                    </a:cubicBezTo>
                    <a:cubicBezTo>
                      <a:pt x="249459" y="848159"/>
                      <a:pt x="848159" y="249459"/>
                      <a:pt x="1579904" y="249459"/>
                    </a:cubicBezTo>
                    <a:cubicBezTo>
                      <a:pt x="2311649" y="249459"/>
                      <a:pt x="2910350" y="848159"/>
                      <a:pt x="2910350" y="1579904"/>
                    </a:cubicBezTo>
                    <a:cubicBezTo>
                      <a:pt x="2910350" y="2311649"/>
                      <a:pt x="2311649" y="2910350"/>
                      <a:pt x="1579904" y="2910350"/>
                    </a:cubicBezTo>
                    <a:close/>
                    <a:moveTo>
                      <a:pt x="1579904" y="0"/>
                    </a:moveTo>
                    <a:cubicBezTo>
                      <a:pt x="706799" y="0"/>
                      <a:pt x="0" y="706799"/>
                      <a:pt x="0" y="1579904"/>
                    </a:cubicBezTo>
                    <a:cubicBezTo>
                      <a:pt x="0" y="2453009"/>
                      <a:pt x="706799" y="3159809"/>
                      <a:pt x="1579904" y="3159809"/>
                    </a:cubicBezTo>
                    <a:cubicBezTo>
                      <a:pt x="2453009" y="3159809"/>
                      <a:pt x="3159809" y="2453009"/>
                      <a:pt x="3159809" y="1579904"/>
                    </a:cubicBezTo>
                    <a:cubicBezTo>
                      <a:pt x="3159809" y="706799"/>
                      <a:pt x="2453009" y="0"/>
                      <a:pt x="1579904" y="0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8" name="Free-form: Shape 7">
                <a:extLst>
                  <a:ext uri="{FF2B5EF4-FFF2-40B4-BE49-F238E27FC236}">
                    <a16:creationId xmlns:a16="http://schemas.microsoft.com/office/drawing/2014/main" id="{F279ED28-A42A-D18E-422E-713C2560FB76}"/>
                  </a:ext>
                </a:extLst>
              </p:cNvPr>
              <p:cNvSpPr/>
              <p:nvPr/>
            </p:nvSpPr>
            <p:spPr>
              <a:xfrm>
                <a:off x="7551314" y="4135938"/>
                <a:ext cx="727587" cy="1475963"/>
              </a:xfrm>
              <a:custGeom>
                <a:avLst/>
                <a:gdLst>
                  <a:gd name="connsiteX0" fmla="*/ 166306 w 727587"/>
                  <a:gd name="connsiteY0" fmla="*/ 0 h 1475963"/>
                  <a:gd name="connsiteX1" fmla="*/ 0 w 727587"/>
                  <a:gd name="connsiteY1" fmla="*/ 0 h 1475963"/>
                  <a:gd name="connsiteX2" fmla="*/ 0 w 727587"/>
                  <a:gd name="connsiteY2" fmla="*/ 831529 h 1475963"/>
                  <a:gd name="connsiteX3" fmla="*/ 24946 w 727587"/>
                  <a:gd name="connsiteY3" fmla="*/ 889736 h 1475963"/>
                  <a:gd name="connsiteX4" fmla="*/ 611174 w 727587"/>
                  <a:gd name="connsiteY4" fmla="*/ 1475963 h 1475963"/>
                  <a:gd name="connsiteX5" fmla="*/ 727588 w 727587"/>
                  <a:gd name="connsiteY5" fmla="*/ 1359549 h 1475963"/>
                  <a:gd name="connsiteX6" fmla="*/ 166306 w 727587"/>
                  <a:gd name="connsiteY6" fmla="*/ 798267 h 1475963"/>
                  <a:gd name="connsiteX7" fmla="*/ 166306 w 727587"/>
                  <a:gd name="connsiteY7" fmla="*/ 0 h 147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7587" h="1475963">
                    <a:moveTo>
                      <a:pt x="166306" y="0"/>
                    </a:moveTo>
                    <a:lnTo>
                      <a:pt x="0" y="0"/>
                    </a:lnTo>
                    <a:lnTo>
                      <a:pt x="0" y="831529"/>
                    </a:lnTo>
                    <a:cubicBezTo>
                      <a:pt x="0" y="856474"/>
                      <a:pt x="8315" y="877263"/>
                      <a:pt x="24946" y="889736"/>
                    </a:cubicBezTo>
                    <a:lnTo>
                      <a:pt x="611174" y="1475963"/>
                    </a:lnTo>
                    <a:lnTo>
                      <a:pt x="727588" y="1359549"/>
                    </a:lnTo>
                    <a:lnTo>
                      <a:pt x="166306" y="798267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30683D41-2065-8057-22AA-0BE984360FD9}"/>
                  </a:ext>
                </a:extLst>
              </p:cNvPr>
              <p:cNvSpPr/>
              <p:nvPr/>
            </p:nvSpPr>
            <p:spPr>
              <a:xfrm>
                <a:off x="7551314" y="3803327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F650C9DF-2153-7683-7FCA-4C03DC024B92}"/>
                  </a:ext>
                </a:extLst>
              </p:cNvPr>
              <p:cNvSpPr/>
              <p:nvPr/>
            </p:nvSpPr>
            <p:spPr>
              <a:xfrm>
                <a:off x="7551314" y="5965301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AB316B4A-7754-65F8-9AE7-802FC0BCDCBF}"/>
                  </a:ext>
                </a:extLst>
              </p:cNvPr>
              <p:cNvSpPr/>
              <p:nvPr/>
            </p:nvSpPr>
            <p:spPr>
              <a:xfrm>
                <a:off x="6470327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A84DF7A0-7A4D-7285-2DD7-A005E761D61D}"/>
                  </a:ext>
                </a:extLst>
              </p:cNvPr>
              <p:cNvSpPr/>
              <p:nvPr/>
            </p:nvSpPr>
            <p:spPr>
              <a:xfrm>
                <a:off x="8632301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</p:grpSp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4A266220-EBF0-C4D3-3C7C-64A2C5DBD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10429" y="1679653"/>
              <a:ext cx="3955784" cy="4772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8611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0A38B-A7F2-078B-A8F3-B5FD9952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1D5CC58-364C-80C9-6840-DB73B5D46A99}"/>
              </a:ext>
            </a:extLst>
          </p:cNvPr>
          <p:cNvGrpSpPr/>
          <p:nvPr/>
        </p:nvGrpSpPr>
        <p:grpSpPr>
          <a:xfrm>
            <a:off x="4157826" y="1284300"/>
            <a:ext cx="3876348" cy="3898800"/>
            <a:chOff x="4157826" y="1284300"/>
            <a:chExt cx="3876348" cy="3898800"/>
          </a:xfrm>
        </p:grpSpPr>
        <p:sp>
          <p:nvSpPr>
            <p:cNvPr id="8" name="Graphic 6" descr="Heart with solid fill">
              <a:extLst>
                <a:ext uri="{FF2B5EF4-FFF2-40B4-BE49-F238E27FC236}">
                  <a16:creationId xmlns:a16="http://schemas.microsoft.com/office/drawing/2014/main" id="{13551CDC-66BB-16DE-4135-00CA04437867}"/>
                </a:ext>
              </a:extLst>
            </p:cNvPr>
            <p:cNvSpPr/>
            <p:nvPr/>
          </p:nvSpPr>
          <p:spPr>
            <a:xfrm>
              <a:off x="4157826" y="1284300"/>
              <a:ext cx="3876348" cy="3898800"/>
            </a:xfrm>
            <a:custGeom>
              <a:avLst/>
              <a:gdLst>
                <a:gd name="connsiteX0" fmla="*/ 3582764 w 7165527"/>
                <a:gd name="connsiteY0" fmla="*/ 1415204 h 6789349"/>
                <a:gd name="connsiteX1" fmla="*/ 0 w 7165527"/>
                <a:gd name="connsiteY1" fmla="*/ 1836706 h 6789349"/>
                <a:gd name="connsiteX2" fmla="*/ 3582764 w 7165527"/>
                <a:gd name="connsiteY2" fmla="*/ 6789350 h 6789349"/>
                <a:gd name="connsiteX3" fmla="*/ 7165528 w 7165527"/>
                <a:gd name="connsiteY3" fmla="*/ 1836706 h 6789349"/>
                <a:gd name="connsiteX4" fmla="*/ 3582764 w 7165527"/>
                <a:gd name="connsiteY4" fmla="*/ 1415204 h 678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527" h="6789349">
                  <a:moveTo>
                    <a:pt x="3582764" y="1415204"/>
                  </a:moveTo>
                  <a:cubicBezTo>
                    <a:pt x="2255034" y="-1219181"/>
                    <a:pt x="0" y="361450"/>
                    <a:pt x="0" y="1836706"/>
                  </a:cubicBezTo>
                  <a:cubicBezTo>
                    <a:pt x="0" y="4049590"/>
                    <a:pt x="3582764" y="6789350"/>
                    <a:pt x="3582764" y="6789350"/>
                  </a:cubicBezTo>
                  <a:cubicBezTo>
                    <a:pt x="3582764" y="6789350"/>
                    <a:pt x="7165528" y="4049590"/>
                    <a:pt x="7165528" y="1836706"/>
                  </a:cubicBezTo>
                  <a:cubicBezTo>
                    <a:pt x="7165528" y="361450"/>
                    <a:pt x="4910494" y="-1219181"/>
                    <a:pt x="3582764" y="1415204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 w="105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BE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B5BDB644-91E0-FB77-1426-87C976BF4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7706" y="1433700"/>
              <a:ext cx="2576588" cy="36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35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BDECC-5F33-3B95-9DD2-71A53EB5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CD6412E-F8B8-D498-2B7B-E12ED1E88828}"/>
              </a:ext>
            </a:extLst>
          </p:cNvPr>
          <p:cNvGrpSpPr/>
          <p:nvPr/>
        </p:nvGrpSpPr>
        <p:grpSpPr>
          <a:xfrm>
            <a:off x="3883321" y="1299999"/>
            <a:ext cx="4680000" cy="4680000"/>
            <a:chOff x="3894896" y="1265275"/>
            <a:chExt cx="4680000" cy="4680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6F219D0-9EDA-3DEA-4640-8630A7A275A7}"/>
                </a:ext>
              </a:extLst>
            </p:cNvPr>
            <p:cNvGrpSpPr/>
            <p:nvPr/>
          </p:nvGrpSpPr>
          <p:grpSpPr>
            <a:xfrm>
              <a:off x="3894896" y="1265275"/>
              <a:ext cx="4680000" cy="4680000"/>
              <a:chOff x="6054563" y="3387563"/>
              <a:chExt cx="3159808" cy="3159808"/>
            </a:xfrm>
            <a:solidFill>
              <a:srgbClr val="000000">
                <a:alpha val="40000"/>
              </a:srgbClr>
            </a:solidFill>
          </p:grpSpPr>
          <p:sp>
            <p:nvSpPr>
              <p:cNvPr id="7" name="Free-form: Shape 6">
                <a:extLst>
                  <a:ext uri="{FF2B5EF4-FFF2-40B4-BE49-F238E27FC236}">
                    <a16:creationId xmlns:a16="http://schemas.microsoft.com/office/drawing/2014/main" id="{56FCAE9D-66FD-1B1F-6E44-AE88A1C10C10}"/>
                  </a:ext>
                </a:extLst>
              </p:cNvPr>
              <p:cNvSpPr/>
              <p:nvPr/>
            </p:nvSpPr>
            <p:spPr>
              <a:xfrm>
                <a:off x="6054563" y="3387563"/>
                <a:ext cx="3159808" cy="3159808"/>
              </a:xfrm>
              <a:custGeom>
                <a:avLst/>
                <a:gdLst>
                  <a:gd name="connsiteX0" fmla="*/ 1579904 w 3159808"/>
                  <a:gd name="connsiteY0" fmla="*/ 2910350 h 3159808"/>
                  <a:gd name="connsiteX1" fmla="*/ 249459 w 3159808"/>
                  <a:gd name="connsiteY1" fmla="*/ 1579904 h 3159808"/>
                  <a:gd name="connsiteX2" fmla="*/ 1579904 w 3159808"/>
                  <a:gd name="connsiteY2" fmla="*/ 249459 h 3159808"/>
                  <a:gd name="connsiteX3" fmla="*/ 2910350 w 3159808"/>
                  <a:gd name="connsiteY3" fmla="*/ 1579904 h 3159808"/>
                  <a:gd name="connsiteX4" fmla="*/ 1579904 w 3159808"/>
                  <a:gd name="connsiteY4" fmla="*/ 2910350 h 3159808"/>
                  <a:gd name="connsiteX5" fmla="*/ 1579904 w 3159808"/>
                  <a:gd name="connsiteY5" fmla="*/ 0 h 3159808"/>
                  <a:gd name="connsiteX6" fmla="*/ 0 w 3159808"/>
                  <a:gd name="connsiteY6" fmla="*/ 1579904 h 3159808"/>
                  <a:gd name="connsiteX7" fmla="*/ 1579904 w 3159808"/>
                  <a:gd name="connsiteY7" fmla="*/ 3159809 h 3159808"/>
                  <a:gd name="connsiteX8" fmla="*/ 3159809 w 3159808"/>
                  <a:gd name="connsiteY8" fmla="*/ 1579904 h 3159808"/>
                  <a:gd name="connsiteX9" fmla="*/ 1579904 w 3159808"/>
                  <a:gd name="connsiteY9" fmla="*/ 0 h 3159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9808" h="3159808">
                    <a:moveTo>
                      <a:pt x="1579904" y="2910350"/>
                    </a:moveTo>
                    <a:cubicBezTo>
                      <a:pt x="848159" y="2910350"/>
                      <a:pt x="249459" y="2311649"/>
                      <a:pt x="249459" y="1579904"/>
                    </a:cubicBezTo>
                    <a:cubicBezTo>
                      <a:pt x="249459" y="848159"/>
                      <a:pt x="848159" y="249459"/>
                      <a:pt x="1579904" y="249459"/>
                    </a:cubicBezTo>
                    <a:cubicBezTo>
                      <a:pt x="2311649" y="249459"/>
                      <a:pt x="2910350" y="848159"/>
                      <a:pt x="2910350" y="1579904"/>
                    </a:cubicBezTo>
                    <a:cubicBezTo>
                      <a:pt x="2910350" y="2311649"/>
                      <a:pt x="2311649" y="2910350"/>
                      <a:pt x="1579904" y="2910350"/>
                    </a:cubicBezTo>
                    <a:close/>
                    <a:moveTo>
                      <a:pt x="1579904" y="0"/>
                    </a:moveTo>
                    <a:cubicBezTo>
                      <a:pt x="706799" y="0"/>
                      <a:pt x="0" y="706799"/>
                      <a:pt x="0" y="1579904"/>
                    </a:cubicBezTo>
                    <a:cubicBezTo>
                      <a:pt x="0" y="2453009"/>
                      <a:pt x="706799" y="3159809"/>
                      <a:pt x="1579904" y="3159809"/>
                    </a:cubicBezTo>
                    <a:cubicBezTo>
                      <a:pt x="2453009" y="3159809"/>
                      <a:pt x="3159809" y="2453009"/>
                      <a:pt x="3159809" y="1579904"/>
                    </a:cubicBezTo>
                    <a:cubicBezTo>
                      <a:pt x="3159809" y="706799"/>
                      <a:pt x="2453009" y="0"/>
                      <a:pt x="1579904" y="0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8" name="Free-form: Shape 7">
                <a:extLst>
                  <a:ext uri="{FF2B5EF4-FFF2-40B4-BE49-F238E27FC236}">
                    <a16:creationId xmlns:a16="http://schemas.microsoft.com/office/drawing/2014/main" id="{FB865DCE-15DE-934D-8D48-498959850F56}"/>
                  </a:ext>
                </a:extLst>
              </p:cNvPr>
              <p:cNvSpPr/>
              <p:nvPr/>
            </p:nvSpPr>
            <p:spPr>
              <a:xfrm>
                <a:off x="7551314" y="4135938"/>
                <a:ext cx="727587" cy="1475963"/>
              </a:xfrm>
              <a:custGeom>
                <a:avLst/>
                <a:gdLst>
                  <a:gd name="connsiteX0" fmla="*/ 166306 w 727587"/>
                  <a:gd name="connsiteY0" fmla="*/ 0 h 1475963"/>
                  <a:gd name="connsiteX1" fmla="*/ 0 w 727587"/>
                  <a:gd name="connsiteY1" fmla="*/ 0 h 1475963"/>
                  <a:gd name="connsiteX2" fmla="*/ 0 w 727587"/>
                  <a:gd name="connsiteY2" fmla="*/ 831529 h 1475963"/>
                  <a:gd name="connsiteX3" fmla="*/ 24946 w 727587"/>
                  <a:gd name="connsiteY3" fmla="*/ 889736 h 1475963"/>
                  <a:gd name="connsiteX4" fmla="*/ 611174 w 727587"/>
                  <a:gd name="connsiteY4" fmla="*/ 1475963 h 1475963"/>
                  <a:gd name="connsiteX5" fmla="*/ 727588 w 727587"/>
                  <a:gd name="connsiteY5" fmla="*/ 1359549 h 1475963"/>
                  <a:gd name="connsiteX6" fmla="*/ 166306 w 727587"/>
                  <a:gd name="connsiteY6" fmla="*/ 798267 h 1475963"/>
                  <a:gd name="connsiteX7" fmla="*/ 166306 w 727587"/>
                  <a:gd name="connsiteY7" fmla="*/ 0 h 147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7587" h="1475963">
                    <a:moveTo>
                      <a:pt x="166306" y="0"/>
                    </a:moveTo>
                    <a:lnTo>
                      <a:pt x="0" y="0"/>
                    </a:lnTo>
                    <a:lnTo>
                      <a:pt x="0" y="831529"/>
                    </a:lnTo>
                    <a:cubicBezTo>
                      <a:pt x="0" y="856474"/>
                      <a:pt x="8315" y="877263"/>
                      <a:pt x="24946" y="889736"/>
                    </a:cubicBezTo>
                    <a:lnTo>
                      <a:pt x="611174" y="1475963"/>
                    </a:lnTo>
                    <a:lnTo>
                      <a:pt x="727588" y="1359549"/>
                    </a:lnTo>
                    <a:lnTo>
                      <a:pt x="166306" y="798267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BAD2371C-E33B-8DF8-7D72-EBBE73FB5F6E}"/>
                  </a:ext>
                </a:extLst>
              </p:cNvPr>
              <p:cNvSpPr/>
              <p:nvPr/>
            </p:nvSpPr>
            <p:spPr>
              <a:xfrm>
                <a:off x="7551314" y="3803327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929A75AE-44E1-726E-EC01-43EF06F27814}"/>
                  </a:ext>
                </a:extLst>
              </p:cNvPr>
              <p:cNvSpPr/>
              <p:nvPr/>
            </p:nvSpPr>
            <p:spPr>
              <a:xfrm>
                <a:off x="7551314" y="5965301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57EEB108-035F-AD96-FC4D-0DA66A5AA8EE}"/>
                  </a:ext>
                </a:extLst>
              </p:cNvPr>
              <p:cNvSpPr/>
              <p:nvPr/>
            </p:nvSpPr>
            <p:spPr>
              <a:xfrm>
                <a:off x="6470327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21DD435B-4F7E-A2EC-C5C9-F3CDC4464A13}"/>
                  </a:ext>
                </a:extLst>
              </p:cNvPr>
              <p:cNvSpPr/>
              <p:nvPr/>
            </p:nvSpPr>
            <p:spPr>
              <a:xfrm>
                <a:off x="8632301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</p:grp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29AF2D00-32CC-7E8C-C40B-B666B6AF4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60114" y="1265275"/>
              <a:ext cx="3349565" cy="46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513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ADFB0-BD80-26BE-6A3D-C57C5670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9FB2C8C-DF8A-C81A-8C8A-38FED3005E89}"/>
              </a:ext>
            </a:extLst>
          </p:cNvPr>
          <p:cNvGrpSpPr/>
          <p:nvPr/>
        </p:nvGrpSpPr>
        <p:grpSpPr>
          <a:xfrm>
            <a:off x="4218150" y="1377454"/>
            <a:ext cx="4020575" cy="3898800"/>
            <a:chOff x="4218150" y="1377454"/>
            <a:chExt cx="4020575" cy="3898800"/>
          </a:xfrm>
        </p:grpSpPr>
        <p:sp>
          <p:nvSpPr>
            <p:cNvPr id="8" name="Graphic 6" descr="Heart with solid fill">
              <a:extLst>
                <a:ext uri="{FF2B5EF4-FFF2-40B4-BE49-F238E27FC236}">
                  <a16:creationId xmlns:a16="http://schemas.microsoft.com/office/drawing/2014/main" id="{5FD48C7A-FAC8-3C53-187D-5779850AED4D}"/>
                </a:ext>
              </a:extLst>
            </p:cNvPr>
            <p:cNvSpPr/>
            <p:nvPr/>
          </p:nvSpPr>
          <p:spPr>
            <a:xfrm>
              <a:off x="4290263" y="1377454"/>
              <a:ext cx="3876348" cy="3898800"/>
            </a:xfrm>
            <a:custGeom>
              <a:avLst/>
              <a:gdLst>
                <a:gd name="connsiteX0" fmla="*/ 3582764 w 7165527"/>
                <a:gd name="connsiteY0" fmla="*/ 1415204 h 6789349"/>
                <a:gd name="connsiteX1" fmla="*/ 0 w 7165527"/>
                <a:gd name="connsiteY1" fmla="*/ 1836706 h 6789349"/>
                <a:gd name="connsiteX2" fmla="*/ 3582764 w 7165527"/>
                <a:gd name="connsiteY2" fmla="*/ 6789350 h 6789349"/>
                <a:gd name="connsiteX3" fmla="*/ 7165528 w 7165527"/>
                <a:gd name="connsiteY3" fmla="*/ 1836706 h 6789349"/>
                <a:gd name="connsiteX4" fmla="*/ 3582764 w 7165527"/>
                <a:gd name="connsiteY4" fmla="*/ 1415204 h 678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527" h="6789349">
                  <a:moveTo>
                    <a:pt x="3582764" y="1415204"/>
                  </a:moveTo>
                  <a:cubicBezTo>
                    <a:pt x="2255034" y="-1219181"/>
                    <a:pt x="0" y="361450"/>
                    <a:pt x="0" y="1836706"/>
                  </a:cubicBezTo>
                  <a:cubicBezTo>
                    <a:pt x="0" y="4049590"/>
                    <a:pt x="3582764" y="6789350"/>
                    <a:pt x="3582764" y="6789350"/>
                  </a:cubicBezTo>
                  <a:cubicBezTo>
                    <a:pt x="3582764" y="6789350"/>
                    <a:pt x="7165528" y="4049590"/>
                    <a:pt x="7165528" y="1836706"/>
                  </a:cubicBezTo>
                  <a:cubicBezTo>
                    <a:pt x="7165528" y="361450"/>
                    <a:pt x="4910494" y="-1219181"/>
                    <a:pt x="3582764" y="1415204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 w="105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BE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CB199F3E-498F-9D43-9D5B-7B24E8FD4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18150" y="1659459"/>
              <a:ext cx="4020575" cy="33347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602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3EA64-7B44-5542-9237-6E783428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D5DC442-9B52-E551-811F-F23E3ACFC63D}"/>
              </a:ext>
            </a:extLst>
          </p:cNvPr>
          <p:cNvGrpSpPr/>
          <p:nvPr/>
        </p:nvGrpSpPr>
        <p:grpSpPr>
          <a:xfrm>
            <a:off x="3784464" y="1299999"/>
            <a:ext cx="5124028" cy="4680000"/>
            <a:chOff x="3784464" y="1299999"/>
            <a:chExt cx="5124028" cy="46800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906C1B-F342-DF29-378B-CAB3E9C2DEFA}"/>
                </a:ext>
              </a:extLst>
            </p:cNvPr>
            <p:cNvGrpSpPr/>
            <p:nvPr/>
          </p:nvGrpSpPr>
          <p:grpSpPr>
            <a:xfrm>
              <a:off x="4006478" y="1299999"/>
              <a:ext cx="4680000" cy="4680000"/>
              <a:chOff x="6054563" y="3387563"/>
              <a:chExt cx="3159808" cy="3159808"/>
            </a:xfrm>
            <a:solidFill>
              <a:srgbClr val="000000">
                <a:alpha val="25098"/>
              </a:srgbClr>
            </a:solidFill>
          </p:grpSpPr>
          <p:sp>
            <p:nvSpPr>
              <p:cNvPr id="7" name="Free-form: Shape 6">
                <a:extLst>
                  <a:ext uri="{FF2B5EF4-FFF2-40B4-BE49-F238E27FC236}">
                    <a16:creationId xmlns:a16="http://schemas.microsoft.com/office/drawing/2014/main" id="{E588F847-C58A-65CC-9D0E-AC660D7732A4}"/>
                  </a:ext>
                </a:extLst>
              </p:cNvPr>
              <p:cNvSpPr/>
              <p:nvPr/>
            </p:nvSpPr>
            <p:spPr>
              <a:xfrm>
                <a:off x="6054563" y="3387563"/>
                <a:ext cx="3159808" cy="3159808"/>
              </a:xfrm>
              <a:custGeom>
                <a:avLst/>
                <a:gdLst>
                  <a:gd name="connsiteX0" fmla="*/ 1579904 w 3159808"/>
                  <a:gd name="connsiteY0" fmla="*/ 2910350 h 3159808"/>
                  <a:gd name="connsiteX1" fmla="*/ 249459 w 3159808"/>
                  <a:gd name="connsiteY1" fmla="*/ 1579904 h 3159808"/>
                  <a:gd name="connsiteX2" fmla="*/ 1579904 w 3159808"/>
                  <a:gd name="connsiteY2" fmla="*/ 249459 h 3159808"/>
                  <a:gd name="connsiteX3" fmla="*/ 2910350 w 3159808"/>
                  <a:gd name="connsiteY3" fmla="*/ 1579904 h 3159808"/>
                  <a:gd name="connsiteX4" fmla="*/ 1579904 w 3159808"/>
                  <a:gd name="connsiteY4" fmla="*/ 2910350 h 3159808"/>
                  <a:gd name="connsiteX5" fmla="*/ 1579904 w 3159808"/>
                  <a:gd name="connsiteY5" fmla="*/ 0 h 3159808"/>
                  <a:gd name="connsiteX6" fmla="*/ 0 w 3159808"/>
                  <a:gd name="connsiteY6" fmla="*/ 1579904 h 3159808"/>
                  <a:gd name="connsiteX7" fmla="*/ 1579904 w 3159808"/>
                  <a:gd name="connsiteY7" fmla="*/ 3159809 h 3159808"/>
                  <a:gd name="connsiteX8" fmla="*/ 3159809 w 3159808"/>
                  <a:gd name="connsiteY8" fmla="*/ 1579904 h 3159808"/>
                  <a:gd name="connsiteX9" fmla="*/ 1579904 w 3159808"/>
                  <a:gd name="connsiteY9" fmla="*/ 0 h 3159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9808" h="3159808">
                    <a:moveTo>
                      <a:pt x="1579904" y="2910350"/>
                    </a:moveTo>
                    <a:cubicBezTo>
                      <a:pt x="848159" y="2910350"/>
                      <a:pt x="249459" y="2311649"/>
                      <a:pt x="249459" y="1579904"/>
                    </a:cubicBezTo>
                    <a:cubicBezTo>
                      <a:pt x="249459" y="848159"/>
                      <a:pt x="848159" y="249459"/>
                      <a:pt x="1579904" y="249459"/>
                    </a:cubicBezTo>
                    <a:cubicBezTo>
                      <a:pt x="2311649" y="249459"/>
                      <a:pt x="2910350" y="848159"/>
                      <a:pt x="2910350" y="1579904"/>
                    </a:cubicBezTo>
                    <a:cubicBezTo>
                      <a:pt x="2910350" y="2311649"/>
                      <a:pt x="2311649" y="2910350"/>
                      <a:pt x="1579904" y="2910350"/>
                    </a:cubicBezTo>
                    <a:close/>
                    <a:moveTo>
                      <a:pt x="1579904" y="0"/>
                    </a:moveTo>
                    <a:cubicBezTo>
                      <a:pt x="706799" y="0"/>
                      <a:pt x="0" y="706799"/>
                      <a:pt x="0" y="1579904"/>
                    </a:cubicBezTo>
                    <a:cubicBezTo>
                      <a:pt x="0" y="2453009"/>
                      <a:pt x="706799" y="3159809"/>
                      <a:pt x="1579904" y="3159809"/>
                    </a:cubicBezTo>
                    <a:cubicBezTo>
                      <a:pt x="2453009" y="3159809"/>
                      <a:pt x="3159809" y="2453009"/>
                      <a:pt x="3159809" y="1579904"/>
                    </a:cubicBezTo>
                    <a:cubicBezTo>
                      <a:pt x="3159809" y="706799"/>
                      <a:pt x="2453009" y="0"/>
                      <a:pt x="1579904" y="0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8" name="Free-form: Shape 7">
                <a:extLst>
                  <a:ext uri="{FF2B5EF4-FFF2-40B4-BE49-F238E27FC236}">
                    <a16:creationId xmlns:a16="http://schemas.microsoft.com/office/drawing/2014/main" id="{DC2E57EE-AF44-4BBD-C684-2B4E4383098F}"/>
                  </a:ext>
                </a:extLst>
              </p:cNvPr>
              <p:cNvSpPr/>
              <p:nvPr/>
            </p:nvSpPr>
            <p:spPr>
              <a:xfrm>
                <a:off x="7551314" y="4135938"/>
                <a:ext cx="727587" cy="1475963"/>
              </a:xfrm>
              <a:custGeom>
                <a:avLst/>
                <a:gdLst>
                  <a:gd name="connsiteX0" fmla="*/ 166306 w 727587"/>
                  <a:gd name="connsiteY0" fmla="*/ 0 h 1475963"/>
                  <a:gd name="connsiteX1" fmla="*/ 0 w 727587"/>
                  <a:gd name="connsiteY1" fmla="*/ 0 h 1475963"/>
                  <a:gd name="connsiteX2" fmla="*/ 0 w 727587"/>
                  <a:gd name="connsiteY2" fmla="*/ 831529 h 1475963"/>
                  <a:gd name="connsiteX3" fmla="*/ 24946 w 727587"/>
                  <a:gd name="connsiteY3" fmla="*/ 889736 h 1475963"/>
                  <a:gd name="connsiteX4" fmla="*/ 611174 w 727587"/>
                  <a:gd name="connsiteY4" fmla="*/ 1475963 h 1475963"/>
                  <a:gd name="connsiteX5" fmla="*/ 727588 w 727587"/>
                  <a:gd name="connsiteY5" fmla="*/ 1359549 h 1475963"/>
                  <a:gd name="connsiteX6" fmla="*/ 166306 w 727587"/>
                  <a:gd name="connsiteY6" fmla="*/ 798267 h 1475963"/>
                  <a:gd name="connsiteX7" fmla="*/ 166306 w 727587"/>
                  <a:gd name="connsiteY7" fmla="*/ 0 h 147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7587" h="1475963">
                    <a:moveTo>
                      <a:pt x="166306" y="0"/>
                    </a:moveTo>
                    <a:lnTo>
                      <a:pt x="0" y="0"/>
                    </a:lnTo>
                    <a:lnTo>
                      <a:pt x="0" y="831529"/>
                    </a:lnTo>
                    <a:cubicBezTo>
                      <a:pt x="0" y="856474"/>
                      <a:pt x="8315" y="877263"/>
                      <a:pt x="24946" y="889736"/>
                    </a:cubicBezTo>
                    <a:lnTo>
                      <a:pt x="611174" y="1475963"/>
                    </a:lnTo>
                    <a:lnTo>
                      <a:pt x="727588" y="1359549"/>
                    </a:lnTo>
                    <a:lnTo>
                      <a:pt x="166306" y="798267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4CBC067B-A46E-1350-9B3C-E20C972D6124}"/>
                  </a:ext>
                </a:extLst>
              </p:cNvPr>
              <p:cNvSpPr/>
              <p:nvPr/>
            </p:nvSpPr>
            <p:spPr>
              <a:xfrm>
                <a:off x="7551314" y="3803327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04111789-907F-2310-59F0-C1A0195DF5E2}"/>
                  </a:ext>
                </a:extLst>
              </p:cNvPr>
              <p:cNvSpPr/>
              <p:nvPr/>
            </p:nvSpPr>
            <p:spPr>
              <a:xfrm>
                <a:off x="7551314" y="5965301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F2F766BD-15A4-8080-12B4-FC9FC53E18D7}"/>
                  </a:ext>
                </a:extLst>
              </p:cNvPr>
              <p:cNvSpPr/>
              <p:nvPr/>
            </p:nvSpPr>
            <p:spPr>
              <a:xfrm>
                <a:off x="6470327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09A0BAB6-BB3D-A7AF-93DD-047629EBF1B0}"/>
                  </a:ext>
                </a:extLst>
              </p:cNvPr>
              <p:cNvSpPr/>
              <p:nvPr/>
            </p:nvSpPr>
            <p:spPr>
              <a:xfrm>
                <a:off x="8632301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</p:grp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35E1724-1E51-8FDD-15AA-04F7FED7A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84464" y="1514984"/>
              <a:ext cx="5124028" cy="42500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8706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EECC-A77B-CD2F-8349-61969A9F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4" name="Group 2333">
            <a:extLst>
              <a:ext uri="{FF2B5EF4-FFF2-40B4-BE49-F238E27FC236}">
                <a16:creationId xmlns:a16="http://schemas.microsoft.com/office/drawing/2014/main" id="{750C5E36-E615-B02A-F23E-00F182BAB3EA}"/>
              </a:ext>
            </a:extLst>
          </p:cNvPr>
          <p:cNvGrpSpPr/>
          <p:nvPr/>
        </p:nvGrpSpPr>
        <p:grpSpPr>
          <a:xfrm>
            <a:off x="3457884" y="1131250"/>
            <a:ext cx="3948858" cy="4196077"/>
            <a:chOff x="3457884" y="1131250"/>
            <a:chExt cx="3948858" cy="4196077"/>
          </a:xfrm>
        </p:grpSpPr>
        <p:grpSp>
          <p:nvGrpSpPr>
            <p:cNvPr id="2333" name="Group 2332">
              <a:extLst>
                <a:ext uri="{FF2B5EF4-FFF2-40B4-BE49-F238E27FC236}">
                  <a16:creationId xmlns:a16="http://schemas.microsoft.com/office/drawing/2014/main" id="{1FA9CBFC-B967-A107-04D1-4D74A4C347CC}"/>
                </a:ext>
              </a:extLst>
            </p:cNvPr>
            <p:cNvGrpSpPr/>
            <p:nvPr/>
          </p:nvGrpSpPr>
          <p:grpSpPr>
            <a:xfrm>
              <a:off x="3457884" y="1131250"/>
              <a:ext cx="3419481" cy="4196077"/>
              <a:chOff x="1889832" y="1330961"/>
              <a:chExt cx="3419481" cy="4196077"/>
            </a:xfrm>
          </p:grpSpPr>
          <p:sp>
            <p:nvSpPr>
              <p:cNvPr id="2082" name="Rectangle: Rounded Corners 2081">
                <a:extLst>
                  <a:ext uri="{FF2B5EF4-FFF2-40B4-BE49-F238E27FC236}">
                    <a16:creationId xmlns:a16="http://schemas.microsoft.com/office/drawing/2014/main" id="{F1DB11AB-6444-877A-D839-FA233026AFC2}"/>
                  </a:ext>
                </a:extLst>
              </p:cNvPr>
              <p:cNvSpPr/>
              <p:nvPr/>
            </p:nvSpPr>
            <p:spPr>
              <a:xfrm>
                <a:off x="2451813" y="1457958"/>
                <a:ext cx="2857500" cy="4069080"/>
              </a:xfrm>
              <a:prstGeom prst="roundRect">
                <a:avLst/>
              </a:prstGeom>
              <a:solidFill>
                <a:schemeClr val="bg1"/>
              </a:solidFill>
              <a:ln w="79375">
                <a:solidFill>
                  <a:srgbClr val="003C8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grpSp>
            <p:nvGrpSpPr>
              <p:cNvPr id="2115" name="Group 2114">
                <a:extLst>
                  <a:ext uri="{FF2B5EF4-FFF2-40B4-BE49-F238E27FC236}">
                    <a16:creationId xmlns:a16="http://schemas.microsoft.com/office/drawing/2014/main" id="{E7D72D99-9960-F5E3-D450-123A46A9C65C}"/>
                  </a:ext>
                </a:extLst>
              </p:cNvPr>
              <p:cNvGrpSpPr/>
              <p:nvPr/>
            </p:nvGrpSpPr>
            <p:grpSpPr>
              <a:xfrm>
                <a:off x="1889832" y="1330961"/>
                <a:ext cx="3419481" cy="1845055"/>
                <a:chOff x="1889832" y="1330961"/>
                <a:chExt cx="3419481" cy="1845055"/>
              </a:xfrm>
            </p:grpSpPr>
            <p:sp>
              <p:nvSpPr>
                <p:cNvPr id="2084" name="Isosceles Triangle 2083">
                  <a:extLst>
                    <a:ext uri="{FF2B5EF4-FFF2-40B4-BE49-F238E27FC236}">
                      <a16:creationId xmlns:a16="http://schemas.microsoft.com/office/drawing/2014/main" id="{2319F2BF-9F7D-7F42-313D-37142422A588}"/>
                    </a:ext>
                  </a:extLst>
                </p:cNvPr>
                <p:cNvSpPr/>
                <p:nvPr/>
              </p:nvSpPr>
              <p:spPr>
                <a:xfrm rot="8409639">
                  <a:off x="1889832" y="1747708"/>
                  <a:ext cx="1010364" cy="817106"/>
                </a:xfrm>
                <a:prstGeom prst="triangle">
                  <a:avLst>
                    <a:gd name="adj" fmla="val 52586"/>
                  </a:avLst>
                </a:prstGeom>
                <a:solidFill>
                  <a:schemeClr val="bg1"/>
                </a:solidFill>
                <a:ln w="79375">
                  <a:solidFill>
                    <a:srgbClr val="003C8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sp>
              <p:nvSpPr>
                <p:cNvPr id="2085" name="Cylinder 2084">
                  <a:extLst>
                    <a:ext uri="{FF2B5EF4-FFF2-40B4-BE49-F238E27FC236}">
                      <a16:creationId xmlns:a16="http://schemas.microsoft.com/office/drawing/2014/main" id="{0454CFA1-516B-D9AD-D865-F5FDA1E8EE2C}"/>
                    </a:ext>
                  </a:extLst>
                </p:cNvPr>
                <p:cNvSpPr/>
                <p:nvPr/>
              </p:nvSpPr>
              <p:spPr>
                <a:xfrm>
                  <a:off x="2451813" y="1330961"/>
                  <a:ext cx="2857500" cy="1845055"/>
                </a:xfrm>
                <a:prstGeom prst="can">
                  <a:avLst/>
                </a:prstGeom>
                <a:solidFill>
                  <a:schemeClr val="bg1"/>
                </a:solidFill>
                <a:ln w="79375">
                  <a:solidFill>
                    <a:srgbClr val="003C8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</p:grpSp>
          <p:sp>
            <p:nvSpPr>
              <p:cNvPr id="2086" name="Rectangle 2085">
                <a:extLst>
                  <a:ext uri="{FF2B5EF4-FFF2-40B4-BE49-F238E27FC236}">
                    <a16:creationId xmlns:a16="http://schemas.microsoft.com/office/drawing/2014/main" id="{8A6628C3-812E-A65F-1490-526BED18926E}"/>
                  </a:ext>
                </a:extLst>
              </p:cNvPr>
              <p:cNvSpPr/>
              <p:nvPr/>
            </p:nvSpPr>
            <p:spPr>
              <a:xfrm>
                <a:off x="2489502" y="2664459"/>
                <a:ext cx="2779728" cy="11788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089" name="Rectangle: Rounded Corners 2088">
                <a:extLst>
                  <a:ext uri="{FF2B5EF4-FFF2-40B4-BE49-F238E27FC236}">
                    <a16:creationId xmlns:a16="http://schemas.microsoft.com/office/drawing/2014/main" id="{97C15E3E-A0E8-32B1-190C-77D852E7438C}"/>
                  </a:ext>
                </a:extLst>
              </p:cNvPr>
              <p:cNvSpPr/>
              <p:nvPr/>
            </p:nvSpPr>
            <p:spPr>
              <a:xfrm>
                <a:off x="2492901" y="2687707"/>
                <a:ext cx="2779728" cy="280403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090" name="Oval 2089">
                <a:extLst>
                  <a:ext uri="{FF2B5EF4-FFF2-40B4-BE49-F238E27FC236}">
                    <a16:creationId xmlns:a16="http://schemas.microsoft.com/office/drawing/2014/main" id="{2F45F499-C23F-98EC-4006-2143013FECF1}"/>
                  </a:ext>
                </a:extLst>
              </p:cNvPr>
              <p:cNvSpPr/>
              <p:nvPr/>
            </p:nvSpPr>
            <p:spPr>
              <a:xfrm>
                <a:off x="3402330" y="30441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08" name="Oval 2107">
                <a:extLst>
                  <a:ext uri="{FF2B5EF4-FFF2-40B4-BE49-F238E27FC236}">
                    <a16:creationId xmlns:a16="http://schemas.microsoft.com/office/drawing/2014/main" id="{53BCA816-8C0F-3414-769F-3585B8034383}"/>
                  </a:ext>
                </a:extLst>
              </p:cNvPr>
              <p:cNvSpPr/>
              <p:nvPr/>
            </p:nvSpPr>
            <p:spPr>
              <a:xfrm>
                <a:off x="3219450" y="332685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09" name="Oval 2108">
                <a:extLst>
                  <a:ext uri="{FF2B5EF4-FFF2-40B4-BE49-F238E27FC236}">
                    <a16:creationId xmlns:a16="http://schemas.microsoft.com/office/drawing/2014/main" id="{952396F9-CA43-89C6-FA6C-EB316C819DDB}"/>
                  </a:ext>
                </a:extLst>
              </p:cNvPr>
              <p:cNvSpPr/>
              <p:nvPr/>
            </p:nvSpPr>
            <p:spPr>
              <a:xfrm>
                <a:off x="3509730" y="33520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12" name="Oval 2111">
                <a:extLst>
                  <a:ext uri="{FF2B5EF4-FFF2-40B4-BE49-F238E27FC236}">
                    <a16:creationId xmlns:a16="http://schemas.microsoft.com/office/drawing/2014/main" id="{4824C3DB-E8A7-1D0E-67BF-DF860AA9D903}"/>
                  </a:ext>
                </a:extLst>
              </p:cNvPr>
              <p:cNvSpPr/>
              <p:nvPr/>
            </p:nvSpPr>
            <p:spPr>
              <a:xfrm>
                <a:off x="3044650" y="312720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14" name="Oval 2113">
                <a:extLst>
                  <a:ext uri="{FF2B5EF4-FFF2-40B4-BE49-F238E27FC236}">
                    <a16:creationId xmlns:a16="http://schemas.microsoft.com/office/drawing/2014/main" id="{243A13BB-88D0-5940-7A6D-17C8AD548C85}"/>
                  </a:ext>
                </a:extLst>
              </p:cNvPr>
              <p:cNvSpPr/>
              <p:nvPr/>
            </p:nvSpPr>
            <p:spPr>
              <a:xfrm>
                <a:off x="3219450" y="35637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18" name="Oval 2117">
                <a:extLst>
                  <a:ext uri="{FF2B5EF4-FFF2-40B4-BE49-F238E27FC236}">
                    <a16:creationId xmlns:a16="http://schemas.microsoft.com/office/drawing/2014/main" id="{48ECED4C-0FBD-98C1-9D16-0C6DAC32B5A5}"/>
                  </a:ext>
                </a:extLst>
              </p:cNvPr>
              <p:cNvSpPr/>
              <p:nvPr/>
            </p:nvSpPr>
            <p:spPr>
              <a:xfrm rot="15739828">
                <a:off x="3746404" y="369124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19" name="Oval 2118">
                <a:extLst>
                  <a:ext uri="{FF2B5EF4-FFF2-40B4-BE49-F238E27FC236}">
                    <a16:creationId xmlns:a16="http://schemas.microsoft.com/office/drawing/2014/main" id="{DCAB9808-79F5-590B-4381-6D110D02D27C}"/>
                  </a:ext>
                </a:extLst>
              </p:cNvPr>
              <p:cNvSpPr/>
              <p:nvPr/>
            </p:nvSpPr>
            <p:spPr>
              <a:xfrm rot="15739828">
                <a:off x="4036684" y="371647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20" name="Oval 2119">
                <a:extLst>
                  <a:ext uri="{FF2B5EF4-FFF2-40B4-BE49-F238E27FC236}">
                    <a16:creationId xmlns:a16="http://schemas.microsoft.com/office/drawing/2014/main" id="{7C60C9EB-0841-8221-BA44-436EE2343F3D}"/>
                  </a:ext>
                </a:extLst>
              </p:cNvPr>
              <p:cNvSpPr/>
              <p:nvPr/>
            </p:nvSpPr>
            <p:spPr>
              <a:xfrm rot="15739828">
                <a:off x="4232434" y="360310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21" name="Oval 2120">
                <a:extLst>
                  <a:ext uri="{FF2B5EF4-FFF2-40B4-BE49-F238E27FC236}">
                    <a16:creationId xmlns:a16="http://schemas.microsoft.com/office/drawing/2014/main" id="{01E1C1E0-F85C-7230-03FF-024C01EEBD7F}"/>
                  </a:ext>
                </a:extLst>
              </p:cNvPr>
              <p:cNvSpPr/>
              <p:nvPr/>
            </p:nvSpPr>
            <p:spPr>
              <a:xfrm rot="15739828">
                <a:off x="3991684" y="395341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22" name="Oval 2121">
                <a:extLst>
                  <a:ext uri="{FF2B5EF4-FFF2-40B4-BE49-F238E27FC236}">
                    <a16:creationId xmlns:a16="http://schemas.microsoft.com/office/drawing/2014/main" id="{22019DC5-586A-2CB0-9EB1-5745CA5D46CF}"/>
                  </a:ext>
                </a:extLst>
              </p:cNvPr>
              <p:cNvSpPr/>
              <p:nvPr/>
            </p:nvSpPr>
            <p:spPr>
              <a:xfrm rot="15739828">
                <a:off x="3571604" y="349159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23" name="Oval 2122">
                <a:extLst>
                  <a:ext uri="{FF2B5EF4-FFF2-40B4-BE49-F238E27FC236}">
                    <a16:creationId xmlns:a16="http://schemas.microsoft.com/office/drawing/2014/main" id="{84336E82-7F1C-3738-BE5B-4CD922C5AC86}"/>
                  </a:ext>
                </a:extLst>
              </p:cNvPr>
              <p:cNvSpPr/>
              <p:nvPr/>
            </p:nvSpPr>
            <p:spPr>
              <a:xfrm rot="15739828">
                <a:off x="3879034" y="413514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25" name="Oval 2124">
                <a:extLst>
                  <a:ext uri="{FF2B5EF4-FFF2-40B4-BE49-F238E27FC236}">
                    <a16:creationId xmlns:a16="http://schemas.microsoft.com/office/drawing/2014/main" id="{8005FD24-D0C8-0C1F-F291-27550AFD5455}"/>
                  </a:ext>
                </a:extLst>
              </p:cNvPr>
              <p:cNvSpPr/>
              <p:nvPr/>
            </p:nvSpPr>
            <p:spPr>
              <a:xfrm>
                <a:off x="3150048" y="363419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28" name="Oval 2127">
                <a:extLst>
                  <a:ext uri="{FF2B5EF4-FFF2-40B4-BE49-F238E27FC236}">
                    <a16:creationId xmlns:a16="http://schemas.microsoft.com/office/drawing/2014/main" id="{AFA72F59-8DFF-BA9F-914C-96ADC53DA488}"/>
                  </a:ext>
                </a:extLst>
              </p:cNvPr>
              <p:cNvSpPr/>
              <p:nvPr/>
            </p:nvSpPr>
            <p:spPr>
              <a:xfrm>
                <a:off x="3453198" y="382872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29" name="Oval 2128">
                <a:extLst>
                  <a:ext uri="{FF2B5EF4-FFF2-40B4-BE49-F238E27FC236}">
                    <a16:creationId xmlns:a16="http://schemas.microsoft.com/office/drawing/2014/main" id="{9D291629-93CF-1F64-F575-3EA0E4D1A955}"/>
                  </a:ext>
                </a:extLst>
              </p:cNvPr>
              <p:cNvSpPr/>
              <p:nvPr/>
            </p:nvSpPr>
            <p:spPr>
              <a:xfrm>
                <a:off x="3212448" y="417902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31" name="Oval 2130">
                <a:extLst>
                  <a:ext uri="{FF2B5EF4-FFF2-40B4-BE49-F238E27FC236}">
                    <a16:creationId xmlns:a16="http://schemas.microsoft.com/office/drawing/2014/main" id="{0765D7A3-AEC2-F2C2-637F-680A5B7AEDCD}"/>
                  </a:ext>
                </a:extLst>
              </p:cNvPr>
              <p:cNvSpPr/>
              <p:nvPr/>
            </p:nvSpPr>
            <p:spPr>
              <a:xfrm>
                <a:off x="3099798" y="436076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32" name="Oval 2131">
                <a:extLst>
                  <a:ext uri="{FF2B5EF4-FFF2-40B4-BE49-F238E27FC236}">
                    <a16:creationId xmlns:a16="http://schemas.microsoft.com/office/drawing/2014/main" id="{D7216F90-C919-B173-337C-3E263D7E6E49}"/>
                  </a:ext>
                </a:extLst>
              </p:cNvPr>
              <p:cNvSpPr/>
              <p:nvPr/>
            </p:nvSpPr>
            <p:spPr>
              <a:xfrm>
                <a:off x="2967168" y="415379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33" name="Oval 2132">
                <a:extLst>
                  <a:ext uri="{FF2B5EF4-FFF2-40B4-BE49-F238E27FC236}">
                    <a16:creationId xmlns:a16="http://schemas.microsoft.com/office/drawing/2014/main" id="{847D168A-BC92-204C-91D9-59413679841B}"/>
                  </a:ext>
                </a:extLst>
              </p:cNvPr>
              <p:cNvSpPr/>
              <p:nvPr/>
            </p:nvSpPr>
            <p:spPr>
              <a:xfrm>
                <a:off x="3554730" y="31965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35" name="Oval 2134">
                <a:extLst>
                  <a:ext uri="{FF2B5EF4-FFF2-40B4-BE49-F238E27FC236}">
                    <a16:creationId xmlns:a16="http://schemas.microsoft.com/office/drawing/2014/main" id="{7C0CC957-520E-5C20-B6F2-456655527150}"/>
                  </a:ext>
                </a:extLst>
              </p:cNvPr>
              <p:cNvSpPr/>
              <p:nvPr/>
            </p:nvSpPr>
            <p:spPr>
              <a:xfrm>
                <a:off x="3662130" y="35044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36" name="Oval 2135">
                <a:extLst>
                  <a:ext uri="{FF2B5EF4-FFF2-40B4-BE49-F238E27FC236}">
                    <a16:creationId xmlns:a16="http://schemas.microsoft.com/office/drawing/2014/main" id="{5BBACE7B-F80B-A646-CFFF-8E574E8BA542}"/>
                  </a:ext>
                </a:extLst>
              </p:cNvPr>
              <p:cNvSpPr/>
              <p:nvPr/>
            </p:nvSpPr>
            <p:spPr>
              <a:xfrm>
                <a:off x="3857880" y="33911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37" name="Oval 2136">
                <a:extLst>
                  <a:ext uri="{FF2B5EF4-FFF2-40B4-BE49-F238E27FC236}">
                    <a16:creationId xmlns:a16="http://schemas.microsoft.com/office/drawing/2014/main" id="{3F4D01D8-094F-3742-2283-D897601229D9}"/>
                  </a:ext>
                </a:extLst>
              </p:cNvPr>
              <p:cNvSpPr/>
              <p:nvPr/>
            </p:nvSpPr>
            <p:spPr>
              <a:xfrm>
                <a:off x="3617130" y="37414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39" name="Oval 2138">
                <a:extLst>
                  <a:ext uri="{FF2B5EF4-FFF2-40B4-BE49-F238E27FC236}">
                    <a16:creationId xmlns:a16="http://schemas.microsoft.com/office/drawing/2014/main" id="{28738B46-53A9-D08C-29D8-AC3345611E47}"/>
                  </a:ext>
                </a:extLst>
              </p:cNvPr>
              <p:cNvSpPr/>
              <p:nvPr/>
            </p:nvSpPr>
            <p:spPr>
              <a:xfrm>
                <a:off x="3504480" y="39231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0" name="Oval 2139">
                <a:extLst>
                  <a:ext uri="{FF2B5EF4-FFF2-40B4-BE49-F238E27FC236}">
                    <a16:creationId xmlns:a16="http://schemas.microsoft.com/office/drawing/2014/main" id="{8BBCB2E8-2664-532E-5A6D-70D8E58B40F0}"/>
                  </a:ext>
                </a:extLst>
              </p:cNvPr>
              <p:cNvSpPr/>
              <p:nvPr/>
            </p:nvSpPr>
            <p:spPr>
              <a:xfrm>
                <a:off x="3371850" y="37161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1" name="Oval 2140">
                <a:extLst>
                  <a:ext uri="{FF2B5EF4-FFF2-40B4-BE49-F238E27FC236}">
                    <a16:creationId xmlns:a16="http://schemas.microsoft.com/office/drawing/2014/main" id="{366AF3E7-2BAD-3290-8316-0B9923471D4A}"/>
                  </a:ext>
                </a:extLst>
              </p:cNvPr>
              <p:cNvSpPr/>
              <p:nvPr/>
            </p:nvSpPr>
            <p:spPr>
              <a:xfrm>
                <a:off x="4710159" y="27706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2" name="Oval 2141">
                <a:extLst>
                  <a:ext uri="{FF2B5EF4-FFF2-40B4-BE49-F238E27FC236}">
                    <a16:creationId xmlns:a16="http://schemas.microsoft.com/office/drawing/2014/main" id="{F1BEC4B8-30CA-8968-CFB0-30E4F35AE16E}"/>
                  </a:ext>
                </a:extLst>
              </p:cNvPr>
              <p:cNvSpPr/>
              <p:nvPr/>
            </p:nvSpPr>
            <p:spPr>
              <a:xfrm>
                <a:off x="4527279" y="305329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3" name="Oval 2142">
                <a:extLst>
                  <a:ext uri="{FF2B5EF4-FFF2-40B4-BE49-F238E27FC236}">
                    <a16:creationId xmlns:a16="http://schemas.microsoft.com/office/drawing/2014/main" id="{C78A709A-BE1C-DE3A-FE0D-610899B5EAA7}"/>
                  </a:ext>
                </a:extLst>
              </p:cNvPr>
              <p:cNvSpPr/>
              <p:nvPr/>
            </p:nvSpPr>
            <p:spPr>
              <a:xfrm>
                <a:off x="4817559" y="30785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4" name="Oval 2143">
                <a:extLst>
                  <a:ext uri="{FF2B5EF4-FFF2-40B4-BE49-F238E27FC236}">
                    <a16:creationId xmlns:a16="http://schemas.microsoft.com/office/drawing/2014/main" id="{C04E4511-6F97-5CFC-9D94-FA3734D36670}"/>
                  </a:ext>
                </a:extLst>
              </p:cNvPr>
              <p:cNvSpPr/>
              <p:nvPr/>
            </p:nvSpPr>
            <p:spPr>
              <a:xfrm>
                <a:off x="5013309" y="296515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5" name="Oval 2144">
                <a:extLst>
                  <a:ext uri="{FF2B5EF4-FFF2-40B4-BE49-F238E27FC236}">
                    <a16:creationId xmlns:a16="http://schemas.microsoft.com/office/drawing/2014/main" id="{EFE90A7B-1185-1F3F-5282-E966B6E70643}"/>
                  </a:ext>
                </a:extLst>
              </p:cNvPr>
              <p:cNvSpPr/>
              <p:nvPr/>
            </p:nvSpPr>
            <p:spPr>
              <a:xfrm>
                <a:off x="4772559" y="331546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6" name="Oval 2145">
                <a:extLst>
                  <a:ext uri="{FF2B5EF4-FFF2-40B4-BE49-F238E27FC236}">
                    <a16:creationId xmlns:a16="http://schemas.microsoft.com/office/drawing/2014/main" id="{14A6225D-3F34-87AD-1419-6798263A2E30}"/>
                  </a:ext>
                </a:extLst>
              </p:cNvPr>
              <p:cNvSpPr/>
              <p:nvPr/>
            </p:nvSpPr>
            <p:spPr>
              <a:xfrm>
                <a:off x="4352479" y="28536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7" name="Oval 2146">
                <a:extLst>
                  <a:ext uri="{FF2B5EF4-FFF2-40B4-BE49-F238E27FC236}">
                    <a16:creationId xmlns:a16="http://schemas.microsoft.com/office/drawing/2014/main" id="{16D8FCB8-ADB1-E6C5-6C8F-E35D8524AA2E}"/>
                  </a:ext>
                </a:extLst>
              </p:cNvPr>
              <p:cNvSpPr/>
              <p:nvPr/>
            </p:nvSpPr>
            <p:spPr>
              <a:xfrm>
                <a:off x="4659909" y="349719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8" name="Oval 2147">
                <a:extLst>
                  <a:ext uri="{FF2B5EF4-FFF2-40B4-BE49-F238E27FC236}">
                    <a16:creationId xmlns:a16="http://schemas.microsoft.com/office/drawing/2014/main" id="{3028CC2B-F7E1-641C-4FF8-4F22C61DCF3F}"/>
                  </a:ext>
                </a:extLst>
              </p:cNvPr>
              <p:cNvSpPr/>
              <p:nvPr/>
            </p:nvSpPr>
            <p:spPr>
              <a:xfrm>
                <a:off x="4527279" y="32902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49" name="Oval 2148">
                <a:extLst>
                  <a:ext uri="{FF2B5EF4-FFF2-40B4-BE49-F238E27FC236}">
                    <a16:creationId xmlns:a16="http://schemas.microsoft.com/office/drawing/2014/main" id="{5FC0CCFB-A202-39A4-7A38-EB6F2972AF10}"/>
                  </a:ext>
                </a:extLst>
              </p:cNvPr>
              <p:cNvSpPr/>
              <p:nvPr/>
            </p:nvSpPr>
            <p:spPr>
              <a:xfrm>
                <a:off x="4733520" y="39083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0" name="Oval 2149">
                <a:extLst>
                  <a:ext uri="{FF2B5EF4-FFF2-40B4-BE49-F238E27FC236}">
                    <a16:creationId xmlns:a16="http://schemas.microsoft.com/office/drawing/2014/main" id="{A063FB89-A8C7-388F-0F95-DC0526528E59}"/>
                  </a:ext>
                </a:extLst>
              </p:cNvPr>
              <p:cNvSpPr/>
              <p:nvPr/>
            </p:nvSpPr>
            <p:spPr>
              <a:xfrm>
                <a:off x="4550640" y="419104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1" name="Oval 2150">
                <a:extLst>
                  <a:ext uri="{FF2B5EF4-FFF2-40B4-BE49-F238E27FC236}">
                    <a16:creationId xmlns:a16="http://schemas.microsoft.com/office/drawing/2014/main" id="{720B856E-7374-0699-B049-857CF29814CF}"/>
                  </a:ext>
                </a:extLst>
              </p:cNvPr>
              <p:cNvSpPr/>
              <p:nvPr/>
            </p:nvSpPr>
            <p:spPr>
              <a:xfrm>
                <a:off x="4840920" y="421627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2" name="Oval 2151">
                <a:extLst>
                  <a:ext uri="{FF2B5EF4-FFF2-40B4-BE49-F238E27FC236}">
                    <a16:creationId xmlns:a16="http://schemas.microsoft.com/office/drawing/2014/main" id="{FBB8E32D-7970-7278-B436-9870797CB42C}"/>
                  </a:ext>
                </a:extLst>
              </p:cNvPr>
              <p:cNvSpPr/>
              <p:nvPr/>
            </p:nvSpPr>
            <p:spPr>
              <a:xfrm>
                <a:off x="5036670" y="41029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3" name="Oval 2152">
                <a:extLst>
                  <a:ext uri="{FF2B5EF4-FFF2-40B4-BE49-F238E27FC236}">
                    <a16:creationId xmlns:a16="http://schemas.microsoft.com/office/drawing/2014/main" id="{26C061B0-72A2-3754-3E82-44DF4AED30E4}"/>
                  </a:ext>
                </a:extLst>
              </p:cNvPr>
              <p:cNvSpPr/>
              <p:nvPr/>
            </p:nvSpPr>
            <p:spPr>
              <a:xfrm>
                <a:off x="4795920" y="445321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4" name="Oval 2153">
                <a:extLst>
                  <a:ext uri="{FF2B5EF4-FFF2-40B4-BE49-F238E27FC236}">
                    <a16:creationId xmlns:a16="http://schemas.microsoft.com/office/drawing/2014/main" id="{0993C263-B0E3-0796-EBC8-CC29594C35F6}"/>
                  </a:ext>
                </a:extLst>
              </p:cNvPr>
              <p:cNvSpPr/>
              <p:nvPr/>
            </p:nvSpPr>
            <p:spPr>
              <a:xfrm>
                <a:off x="4375840" y="399139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5" name="Oval 2154">
                <a:extLst>
                  <a:ext uri="{FF2B5EF4-FFF2-40B4-BE49-F238E27FC236}">
                    <a16:creationId xmlns:a16="http://schemas.microsoft.com/office/drawing/2014/main" id="{E332ACDA-E2BA-9A9B-BE8E-6BB23EC69A9D}"/>
                  </a:ext>
                </a:extLst>
              </p:cNvPr>
              <p:cNvSpPr/>
              <p:nvPr/>
            </p:nvSpPr>
            <p:spPr>
              <a:xfrm>
                <a:off x="4683270" y="463495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6" name="Oval 2155">
                <a:extLst>
                  <a:ext uri="{FF2B5EF4-FFF2-40B4-BE49-F238E27FC236}">
                    <a16:creationId xmlns:a16="http://schemas.microsoft.com/office/drawing/2014/main" id="{95E3DB39-C4D2-9CA6-793A-54930A925CE9}"/>
                  </a:ext>
                </a:extLst>
              </p:cNvPr>
              <p:cNvSpPr/>
              <p:nvPr/>
            </p:nvSpPr>
            <p:spPr>
              <a:xfrm>
                <a:off x="4550640" y="44279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7" name="Oval 2156">
                <a:extLst>
                  <a:ext uri="{FF2B5EF4-FFF2-40B4-BE49-F238E27FC236}">
                    <a16:creationId xmlns:a16="http://schemas.microsoft.com/office/drawing/2014/main" id="{E144A6C3-F908-5495-B755-6B9AED4E9102}"/>
                  </a:ext>
                </a:extLst>
              </p:cNvPr>
              <p:cNvSpPr/>
              <p:nvPr/>
            </p:nvSpPr>
            <p:spPr>
              <a:xfrm>
                <a:off x="4072538" y="428527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8" name="Oval 2157">
                <a:extLst>
                  <a:ext uri="{FF2B5EF4-FFF2-40B4-BE49-F238E27FC236}">
                    <a16:creationId xmlns:a16="http://schemas.microsoft.com/office/drawing/2014/main" id="{68A461E1-7AE5-F629-E5DE-9F83E80712E7}"/>
                  </a:ext>
                </a:extLst>
              </p:cNvPr>
              <p:cNvSpPr/>
              <p:nvPr/>
            </p:nvSpPr>
            <p:spPr>
              <a:xfrm>
                <a:off x="3889658" y="456794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59" name="Oval 2158">
                <a:extLst>
                  <a:ext uri="{FF2B5EF4-FFF2-40B4-BE49-F238E27FC236}">
                    <a16:creationId xmlns:a16="http://schemas.microsoft.com/office/drawing/2014/main" id="{EEAF9A0C-DBEE-8A05-1D77-06DE89AB951C}"/>
                  </a:ext>
                </a:extLst>
              </p:cNvPr>
              <p:cNvSpPr/>
              <p:nvPr/>
            </p:nvSpPr>
            <p:spPr>
              <a:xfrm>
                <a:off x="4179938" y="459316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0" name="Oval 2159">
                <a:extLst>
                  <a:ext uri="{FF2B5EF4-FFF2-40B4-BE49-F238E27FC236}">
                    <a16:creationId xmlns:a16="http://schemas.microsoft.com/office/drawing/2014/main" id="{899B1AC7-19F4-48B7-E661-03C9391D94B0}"/>
                  </a:ext>
                </a:extLst>
              </p:cNvPr>
              <p:cNvSpPr/>
              <p:nvPr/>
            </p:nvSpPr>
            <p:spPr>
              <a:xfrm>
                <a:off x="4375688" y="44798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2" name="Oval 2161">
                <a:extLst>
                  <a:ext uri="{FF2B5EF4-FFF2-40B4-BE49-F238E27FC236}">
                    <a16:creationId xmlns:a16="http://schemas.microsoft.com/office/drawing/2014/main" id="{00AF9BC2-134C-FAE2-5255-EAABBFE9214C}"/>
                  </a:ext>
                </a:extLst>
              </p:cNvPr>
              <p:cNvSpPr/>
              <p:nvPr/>
            </p:nvSpPr>
            <p:spPr>
              <a:xfrm>
                <a:off x="3714858" y="436829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4" name="Oval 2163">
                <a:extLst>
                  <a:ext uri="{FF2B5EF4-FFF2-40B4-BE49-F238E27FC236}">
                    <a16:creationId xmlns:a16="http://schemas.microsoft.com/office/drawing/2014/main" id="{9672EBE9-EB88-0A2D-02B3-C73A23865920}"/>
                  </a:ext>
                </a:extLst>
              </p:cNvPr>
              <p:cNvSpPr/>
              <p:nvPr/>
            </p:nvSpPr>
            <p:spPr>
              <a:xfrm>
                <a:off x="3911843" y="481624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5" name="Oval 2164">
                <a:extLst>
                  <a:ext uri="{FF2B5EF4-FFF2-40B4-BE49-F238E27FC236}">
                    <a16:creationId xmlns:a16="http://schemas.microsoft.com/office/drawing/2014/main" id="{F51FCC8B-803E-851D-D681-78FA3E8F5E3A}"/>
                  </a:ext>
                </a:extLst>
              </p:cNvPr>
              <p:cNvSpPr/>
              <p:nvPr/>
            </p:nvSpPr>
            <p:spPr>
              <a:xfrm>
                <a:off x="3352698" y="446605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6" name="Oval 2165">
                <a:extLst>
                  <a:ext uri="{FF2B5EF4-FFF2-40B4-BE49-F238E27FC236}">
                    <a16:creationId xmlns:a16="http://schemas.microsoft.com/office/drawing/2014/main" id="{6E38FBA0-DF6A-A9D8-AD29-E482FDE99B7F}"/>
                  </a:ext>
                </a:extLst>
              </p:cNvPr>
              <p:cNvSpPr/>
              <p:nvPr/>
            </p:nvSpPr>
            <p:spPr>
              <a:xfrm>
                <a:off x="3169818" y="474871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7" name="Oval 2166">
                <a:extLst>
                  <a:ext uri="{FF2B5EF4-FFF2-40B4-BE49-F238E27FC236}">
                    <a16:creationId xmlns:a16="http://schemas.microsoft.com/office/drawing/2014/main" id="{5BE9540B-E1C5-12C0-783F-A2C4FF4F7DBE}"/>
                  </a:ext>
                </a:extLst>
              </p:cNvPr>
              <p:cNvSpPr/>
              <p:nvPr/>
            </p:nvSpPr>
            <p:spPr>
              <a:xfrm>
                <a:off x="3476000" y="480903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8" name="Oval 2167">
                <a:extLst>
                  <a:ext uri="{FF2B5EF4-FFF2-40B4-BE49-F238E27FC236}">
                    <a16:creationId xmlns:a16="http://schemas.microsoft.com/office/drawing/2014/main" id="{5FF5DDE9-9928-A814-28C8-24509A397B24}"/>
                  </a:ext>
                </a:extLst>
              </p:cNvPr>
              <p:cNvSpPr/>
              <p:nvPr/>
            </p:nvSpPr>
            <p:spPr>
              <a:xfrm>
                <a:off x="3655848" y="466057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69" name="Oval 2168">
                <a:extLst>
                  <a:ext uri="{FF2B5EF4-FFF2-40B4-BE49-F238E27FC236}">
                    <a16:creationId xmlns:a16="http://schemas.microsoft.com/office/drawing/2014/main" id="{38A97B70-6940-AFC9-B9CE-D8D68A2D2ED1}"/>
                  </a:ext>
                </a:extLst>
              </p:cNvPr>
              <p:cNvSpPr/>
              <p:nvPr/>
            </p:nvSpPr>
            <p:spPr>
              <a:xfrm>
                <a:off x="3415098" y="50108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0" name="Oval 2169">
                <a:extLst>
                  <a:ext uri="{FF2B5EF4-FFF2-40B4-BE49-F238E27FC236}">
                    <a16:creationId xmlns:a16="http://schemas.microsoft.com/office/drawing/2014/main" id="{8A4D0E04-F1F9-B68D-B0FC-F861A6FCED38}"/>
                  </a:ext>
                </a:extLst>
              </p:cNvPr>
              <p:cNvSpPr/>
              <p:nvPr/>
            </p:nvSpPr>
            <p:spPr>
              <a:xfrm>
                <a:off x="2995018" y="454906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1" name="Oval 2170">
                <a:extLst>
                  <a:ext uri="{FF2B5EF4-FFF2-40B4-BE49-F238E27FC236}">
                    <a16:creationId xmlns:a16="http://schemas.microsoft.com/office/drawing/2014/main" id="{681DB1AD-411A-6653-28C9-9836B7BF237B}"/>
                  </a:ext>
                </a:extLst>
              </p:cNvPr>
              <p:cNvSpPr/>
              <p:nvPr/>
            </p:nvSpPr>
            <p:spPr>
              <a:xfrm>
                <a:off x="3302448" y="519262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2" name="Oval 2171">
                <a:extLst>
                  <a:ext uri="{FF2B5EF4-FFF2-40B4-BE49-F238E27FC236}">
                    <a16:creationId xmlns:a16="http://schemas.microsoft.com/office/drawing/2014/main" id="{AC7D87D5-D938-23AF-E32B-EEFBC1B07D53}"/>
                  </a:ext>
                </a:extLst>
              </p:cNvPr>
              <p:cNvSpPr/>
              <p:nvPr/>
            </p:nvSpPr>
            <p:spPr>
              <a:xfrm>
                <a:off x="3169818" y="498565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3" name="Oval 2172">
                <a:extLst>
                  <a:ext uri="{FF2B5EF4-FFF2-40B4-BE49-F238E27FC236}">
                    <a16:creationId xmlns:a16="http://schemas.microsoft.com/office/drawing/2014/main" id="{CD00E54F-5236-AF4D-61F6-50CC5EA50A9C}"/>
                  </a:ext>
                </a:extLst>
              </p:cNvPr>
              <p:cNvSpPr/>
              <p:nvPr/>
            </p:nvSpPr>
            <p:spPr>
              <a:xfrm>
                <a:off x="3911010" y="281987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4" name="Oval 2173">
                <a:extLst>
                  <a:ext uri="{FF2B5EF4-FFF2-40B4-BE49-F238E27FC236}">
                    <a16:creationId xmlns:a16="http://schemas.microsoft.com/office/drawing/2014/main" id="{E7D90FA3-2429-AFCC-90BD-188B06F32571}"/>
                  </a:ext>
                </a:extLst>
              </p:cNvPr>
              <p:cNvSpPr/>
              <p:nvPr/>
            </p:nvSpPr>
            <p:spPr>
              <a:xfrm>
                <a:off x="3728130" y="310253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5" name="Oval 2174">
                <a:extLst>
                  <a:ext uri="{FF2B5EF4-FFF2-40B4-BE49-F238E27FC236}">
                    <a16:creationId xmlns:a16="http://schemas.microsoft.com/office/drawing/2014/main" id="{990A8869-D379-7E17-2EBC-18825CDD1056}"/>
                  </a:ext>
                </a:extLst>
              </p:cNvPr>
              <p:cNvSpPr/>
              <p:nvPr/>
            </p:nvSpPr>
            <p:spPr>
              <a:xfrm>
                <a:off x="4018410" y="312776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6" name="Oval 2175">
                <a:extLst>
                  <a:ext uri="{FF2B5EF4-FFF2-40B4-BE49-F238E27FC236}">
                    <a16:creationId xmlns:a16="http://schemas.microsoft.com/office/drawing/2014/main" id="{A8B1343A-0FE2-7456-BBDD-0E3650C03349}"/>
                  </a:ext>
                </a:extLst>
              </p:cNvPr>
              <p:cNvSpPr/>
              <p:nvPr/>
            </p:nvSpPr>
            <p:spPr>
              <a:xfrm>
                <a:off x="4214160" y="301439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7" name="Oval 2176">
                <a:extLst>
                  <a:ext uri="{FF2B5EF4-FFF2-40B4-BE49-F238E27FC236}">
                    <a16:creationId xmlns:a16="http://schemas.microsoft.com/office/drawing/2014/main" id="{46F42A68-098E-313C-206A-017FF06AFF74}"/>
                  </a:ext>
                </a:extLst>
              </p:cNvPr>
              <p:cNvSpPr/>
              <p:nvPr/>
            </p:nvSpPr>
            <p:spPr>
              <a:xfrm>
                <a:off x="3973410" y="336470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78" name="Oval 2177">
                <a:extLst>
                  <a:ext uri="{FF2B5EF4-FFF2-40B4-BE49-F238E27FC236}">
                    <a16:creationId xmlns:a16="http://schemas.microsoft.com/office/drawing/2014/main" id="{04FDD5CE-F512-EFB8-8A23-3C0E288FC02C}"/>
                  </a:ext>
                </a:extLst>
              </p:cNvPr>
              <p:cNvSpPr/>
              <p:nvPr/>
            </p:nvSpPr>
            <p:spPr>
              <a:xfrm>
                <a:off x="3553330" y="290288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0" name="Oval 2179">
                <a:extLst>
                  <a:ext uri="{FF2B5EF4-FFF2-40B4-BE49-F238E27FC236}">
                    <a16:creationId xmlns:a16="http://schemas.microsoft.com/office/drawing/2014/main" id="{77CCA361-763F-731F-0489-8FC65E3E1815}"/>
                  </a:ext>
                </a:extLst>
              </p:cNvPr>
              <p:cNvSpPr/>
              <p:nvPr/>
            </p:nvSpPr>
            <p:spPr>
              <a:xfrm>
                <a:off x="3728130" y="333947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1" name="Oval 2180">
                <a:extLst>
                  <a:ext uri="{FF2B5EF4-FFF2-40B4-BE49-F238E27FC236}">
                    <a16:creationId xmlns:a16="http://schemas.microsoft.com/office/drawing/2014/main" id="{9FF9BA37-DA02-63D2-FFB1-D05D981D941A}"/>
                  </a:ext>
                </a:extLst>
              </p:cNvPr>
              <p:cNvSpPr/>
              <p:nvPr/>
            </p:nvSpPr>
            <p:spPr>
              <a:xfrm>
                <a:off x="2976204" y="285261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2" name="Oval 2181">
                <a:extLst>
                  <a:ext uri="{FF2B5EF4-FFF2-40B4-BE49-F238E27FC236}">
                    <a16:creationId xmlns:a16="http://schemas.microsoft.com/office/drawing/2014/main" id="{C4A56DE5-FFBE-E66F-E811-68F1C9BBB63C}"/>
                  </a:ext>
                </a:extLst>
              </p:cNvPr>
              <p:cNvSpPr/>
              <p:nvPr/>
            </p:nvSpPr>
            <p:spPr>
              <a:xfrm>
                <a:off x="2793324" y="313527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4" name="Oval 2183">
                <a:extLst>
                  <a:ext uri="{FF2B5EF4-FFF2-40B4-BE49-F238E27FC236}">
                    <a16:creationId xmlns:a16="http://schemas.microsoft.com/office/drawing/2014/main" id="{E90E5818-5060-35EA-5A48-0870337E316B}"/>
                  </a:ext>
                </a:extLst>
              </p:cNvPr>
              <p:cNvSpPr/>
              <p:nvPr/>
            </p:nvSpPr>
            <p:spPr>
              <a:xfrm>
                <a:off x="3279354" y="304714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5" name="Oval 2184">
                <a:extLst>
                  <a:ext uri="{FF2B5EF4-FFF2-40B4-BE49-F238E27FC236}">
                    <a16:creationId xmlns:a16="http://schemas.microsoft.com/office/drawing/2014/main" id="{FFD263EA-E933-7FE2-F796-C6B546058B88}"/>
                  </a:ext>
                </a:extLst>
              </p:cNvPr>
              <p:cNvSpPr/>
              <p:nvPr/>
            </p:nvSpPr>
            <p:spPr>
              <a:xfrm>
                <a:off x="3038604" y="339744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6" name="Oval 2185">
                <a:extLst>
                  <a:ext uri="{FF2B5EF4-FFF2-40B4-BE49-F238E27FC236}">
                    <a16:creationId xmlns:a16="http://schemas.microsoft.com/office/drawing/2014/main" id="{A2E66C8E-FE99-2F0C-2F9F-6884392ADCC6}"/>
                  </a:ext>
                </a:extLst>
              </p:cNvPr>
              <p:cNvSpPr/>
              <p:nvPr/>
            </p:nvSpPr>
            <p:spPr>
              <a:xfrm>
                <a:off x="2618524" y="293562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7" name="Oval 2186">
                <a:extLst>
                  <a:ext uri="{FF2B5EF4-FFF2-40B4-BE49-F238E27FC236}">
                    <a16:creationId xmlns:a16="http://schemas.microsoft.com/office/drawing/2014/main" id="{8EF17C62-2789-F23B-11E0-9A343E405971}"/>
                  </a:ext>
                </a:extLst>
              </p:cNvPr>
              <p:cNvSpPr/>
              <p:nvPr/>
            </p:nvSpPr>
            <p:spPr>
              <a:xfrm>
                <a:off x="2925954" y="35791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88" name="Oval 2187">
                <a:extLst>
                  <a:ext uri="{FF2B5EF4-FFF2-40B4-BE49-F238E27FC236}">
                    <a16:creationId xmlns:a16="http://schemas.microsoft.com/office/drawing/2014/main" id="{43ED7AD5-EFFC-5C46-EF4E-240EDD2F9CF9}"/>
                  </a:ext>
                </a:extLst>
              </p:cNvPr>
              <p:cNvSpPr/>
              <p:nvPr/>
            </p:nvSpPr>
            <p:spPr>
              <a:xfrm>
                <a:off x="2793324" y="337221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0" name="Oval 2189">
                <a:extLst>
                  <a:ext uri="{FF2B5EF4-FFF2-40B4-BE49-F238E27FC236}">
                    <a16:creationId xmlns:a16="http://schemas.microsoft.com/office/drawing/2014/main" id="{E75257C5-6DAE-92FF-AAE8-E9FFB25B4AB2}"/>
                  </a:ext>
                </a:extLst>
              </p:cNvPr>
              <p:cNvSpPr/>
              <p:nvPr/>
            </p:nvSpPr>
            <p:spPr>
              <a:xfrm>
                <a:off x="2854283" y="45993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1" name="Oval 2190">
                <a:extLst>
                  <a:ext uri="{FF2B5EF4-FFF2-40B4-BE49-F238E27FC236}">
                    <a16:creationId xmlns:a16="http://schemas.microsoft.com/office/drawing/2014/main" id="{054D4477-DAE3-3EF1-CD8F-065FCD3398AD}"/>
                  </a:ext>
                </a:extLst>
              </p:cNvPr>
              <p:cNvSpPr/>
              <p:nvPr/>
            </p:nvSpPr>
            <p:spPr>
              <a:xfrm>
                <a:off x="3144563" y="462453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4" name="Oval 2193">
                <a:extLst>
                  <a:ext uri="{FF2B5EF4-FFF2-40B4-BE49-F238E27FC236}">
                    <a16:creationId xmlns:a16="http://schemas.microsoft.com/office/drawing/2014/main" id="{BBB8291A-AC99-D7CD-C98D-DA4308AC6DE0}"/>
                  </a:ext>
                </a:extLst>
              </p:cNvPr>
              <p:cNvSpPr/>
              <p:nvPr/>
            </p:nvSpPr>
            <p:spPr>
              <a:xfrm>
                <a:off x="2679483" y="439966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5" name="Oval 2194">
                <a:extLst>
                  <a:ext uri="{FF2B5EF4-FFF2-40B4-BE49-F238E27FC236}">
                    <a16:creationId xmlns:a16="http://schemas.microsoft.com/office/drawing/2014/main" id="{D8A70BAB-450A-1DC7-8E8E-2727175ECF4C}"/>
                  </a:ext>
                </a:extLst>
              </p:cNvPr>
              <p:cNvSpPr/>
              <p:nvPr/>
            </p:nvSpPr>
            <p:spPr>
              <a:xfrm>
                <a:off x="2986913" y="504321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6" name="Oval 2195">
                <a:extLst>
                  <a:ext uri="{FF2B5EF4-FFF2-40B4-BE49-F238E27FC236}">
                    <a16:creationId xmlns:a16="http://schemas.microsoft.com/office/drawing/2014/main" id="{E042F58C-C378-570C-A343-864DC1DD8C25}"/>
                  </a:ext>
                </a:extLst>
              </p:cNvPr>
              <p:cNvSpPr/>
              <p:nvPr/>
            </p:nvSpPr>
            <p:spPr>
              <a:xfrm>
                <a:off x="2854283" y="48362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7" name="Oval 2196">
                <a:extLst>
                  <a:ext uri="{FF2B5EF4-FFF2-40B4-BE49-F238E27FC236}">
                    <a16:creationId xmlns:a16="http://schemas.microsoft.com/office/drawing/2014/main" id="{0F8A6F65-DF22-CAC8-5944-5903C15EEE01}"/>
                  </a:ext>
                </a:extLst>
              </p:cNvPr>
              <p:cNvSpPr/>
              <p:nvPr/>
            </p:nvSpPr>
            <p:spPr>
              <a:xfrm>
                <a:off x="4902682" y="45718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8" name="Oval 2197">
                <a:extLst>
                  <a:ext uri="{FF2B5EF4-FFF2-40B4-BE49-F238E27FC236}">
                    <a16:creationId xmlns:a16="http://schemas.microsoft.com/office/drawing/2014/main" id="{4F81FD02-D699-BD4F-D35D-10ACB919777C}"/>
                  </a:ext>
                </a:extLst>
              </p:cNvPr>
              <p:cNvSpPr/>
              <p:nvPr/>
            </p:nvSpPr>
            <p:spPr>
              <a:xfrm>
                <a:off x="4635204" y="49534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99" name="Oval 2198">
                <a:extLst>
                  <a:ext uri="{FF2B5EF4-FFF2-40B4-BE49-F238E27FC236}">
                    <a16:creationId xmlns:a16="http://schemas.microsoft.com/office/drawing/2014/main" id="{DF294CB5-7207-01CA-6E5D-56E681040490}"/>
                  </a:ext>
                </a:extLst>
              </p:cNvPr>
              <p:cNvSpPr/>
              <p:nvPr/>
            </p:nvSpPr>
            <p:spPr>
              <a:xfrm>
                <a:off x="5010082" y="487969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0" name="Oval 2199">
                <a:extLst>
                  <a:ext uri="{FF2B5EF4-FFF2-40B4-BE49-F238E27FC236}">
                    <a16:creationId xmlns:a16="http://schemas.microsoft.com/office/drawing/2014/main" id="{513D0DDD-9F9F-A902-52CD-B4CBAE004202}"/>
                  </a:ext>
                </a:extLst>
              </p:cNvPr>
              <p:cNvSpPr/>
              <p:nvPr/>
            </p:nvSpPr>
            <p:spPr>
              <a:xfrm>
                <a:off x="5205832" y="47663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1" name="Oval 2200">
                <a:extLst>
                  <a:ext uri="{FF2B5EF4-FFF2-40B4-BE49-F238E27FC236}">
                    <a16:creationId xmlns:a16="http://schemas.microsoft.com/office/drawing/2014/main" id="{B9DF98B5-6DCC-096A-A016-E815192EB8A3}"/>
                  </a:ext>
                </a:extLst>
              </p:cNvPr>
              <p:cNvSpPr/>
              <p:nvPr/>
            </p:nvSpPr>
            <p:spPr>
              <a:xfrm>
                <a:off x="4965082" y="511663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2" name="Oval 2201">
                <a:extLst>
                  <a:ext uri="{FF2B5EF4-FFF2-40B4-BE49-F238E27FC236}">
                    <a16:creationId xmlns:a16="http://schemas.microsoft.com/office/drawing/2014/main" id="{45CE68F4-B2E6-A59C-8CBB-4A3562071180}"/>
                  </a:ext>
                </a:extLst>
              </p:cNvPr>
              <p:cNvSpPr/>
              <p:nvPr/>
            </p:nvSpPr>
            <p:spPr>
              <a:xfrm>
                <a:off x="4545002" y="465481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3" name="Oval 2202">
                <a:extLst>
                  <a:ext uri="{FF2B5EF4-FFF2-40B4-BE49-F238E27FC236}">
                    <a16:creationId xmlns:a16="http://schemas.microsoft.com/office/drawing/2014/main" id="{90F2E7AC-CD31-5788-5D15-93F1AC5BF57C}"/>
                  </a:ext>
                </a:extLst>
              </p:cNvPr>
              <p:cNvSpPr/>
              <p:nvPr/>
            </p:nvSpPr>
            <p:spPr>
              <a:xfrm>
                <a:off x="4852432" y="529837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4" name="Oval 2203">
                <a:extLst>
                  <a:ext uri="{FF2B5EF4-FFF2-40B4-BE49-F238E27FC236}">
                    <a16:creationId xmlns:a16="http://schemas.microsoft.com/office/drawing/2014/main" id="{72569168-674E-83F5-6989-42FB8036BCEB}"/>
                  </a:ext>
                </a:extLst>
              </p:cNvPr>
              <p:cNvSpPr/>
              <p:nvPr/>
            </p:nvSpPr>
            <p:spPr>
              <a:xfrm>
                <a:off x="4719802" y="50914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5" name="Oval 2204">
                <a:extLst>
                  <a:ext uri="{FF2B5EF4-FFF2-40B4-BE49-F238E27FC236}">
                    <a16:creationId xmlns:a16="http://schemas.microsoft.com/office/drawing/2014/main" id="{4303CBFD-C6BD-BB31-EEAF-BE95E66114DC}"/>
                  </a:ext>
                </a:extLst>
              </p:cNvPr>
              <p:cNvSpPr/>
              <p:nvPr/>
            </p:nvSpPr>
            <p:spPr>
              <a:xfrm>
                <a:off x="4346598" y="459866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6" name="Oval 2205">
                <a:extLst>
                  <a:ext uri="{FF2B5EF4-FFF2-40B4-BE49-F238E27FC236}">
                    <a16:creationId xmlns:a16="http://schemas.microsoft.com/office/drawing/2014/main" id="{3E834123-A80E-50B5-2EE9-39A77FC060D8}"/>
                  </a:ext>
                </a:extLst>
              </p:cNvPr>
              <p:cNvSpPr/>
              <p:nvPr/>
            </p:nvSpPr>
            <p:spPr>
              <a:xfrm>
                <a:off x="4163718" y="488132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7" name="Oval 2206">
                <a:extLst>
                  <a:ext uri="{FF2B5EF4-FFF2-40B4-BE49-F238E27FC236}">
                    <a16:creationId xmlns:a16="http://schemas.microsoft.com/office/drawing/2014/main" id="{8BF4CBBF-17C6-D152-6C53-CE43387B272F}"/>
                  </a:ext>
                </a:extLst>
              </p:cNvPr>
              <p:cNvSpPr/>
              <p:nvPr/>
            </p:nvSpPr>
            <p:spPr>
              <a:xfrm>
                <a:off x="4453998" y="49065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8" name="Oval 2207">
                <a:extLst>
                  <a:ext uri="{FF2B5EF4-FFF2-40B4-BE49-F238E27FC236}">
                    <a16:creationId xmlns:a16="http://schemas.microsoft.com/office/drawing/2014/main" id="{47BE3CD0-60D6-FBEB-0C1F-8377385EC99C}"/>
                  </a:ext>
                </a:extLst>
              </p:cNvPr>
              <p:cNvSpPr/>
              <p:nvPr/>
            </p:nvSpPr>
            <p:spPr>
              <a:xfrm>
                <a:off x="4649748" y="479319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09" name="Oval 2208">
                <a:extLst>
                  <a:ext uri="{FF2B5EF4-FFF2-40B4-BE49-F238E27FC236}">
                    <a16:creationId xmlns:a16="http://schemas.microsoft.com/office/drawing/2014/main" id="{C617A544-F6F9-FC20-4D01-BEE224918D41}"/>
                  </a:ext>
                </a:extLst>
              </p:cNvPr>
              <p:cNvSpPr/>
              <p:nvPr/>
            </p:nvSpPr>
            <p:spPr>
              <a:xfrm>
                <a:off x="4408998" y="514349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0" name="Oval 2209">
                <a:extLst>
                  <a:ext uri="{FF2B5EF4-FFF2-40B4-BE49-F238E27FC236}">
                    <a16:creationId xmlns:a16="http://schemas.microsoft.com/office/drawing/2014/main" id="{367D5AD2-1CBE-015B-C800-8EACEC98522D}"/>
                  </a:ext>
                </a:extLst>
              </p:cNvPr>
              <p:cNvSpPr/>
              <p:nvPr/>
            </p:nvSpPr>
            <p:spPr>
              <a:xfrm>
                <a:off x="3988918" y="46816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1" name="Oval 2210">
                <a:extLst>
                  <a:ext uri="{FF2B5EF4-FFF2-40B4-BE49-F238E27FC236}">
                    <a16:creationId xmlns:a16="http://schemas.microsoft.com/office/drawing/2014/main" id="{FC87B9C6-5790-1048-5635-F081720D25AB}"/>
                  </a:ext>
                </a:extLst>
              </p:cNvPr>
              <p:cNvSpPr/>
              <p:nvPr/>
            </p:nvSpPr>
            <p:spPr>
              <a:xfrm>
                <a:off x="4296348" y="532523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2" name="Oval 2211">
                <a:extLst>
                  <a:ext uri="{FF2B5EF4-FFF2-40B4-BE49-F238E27FC236}">
                    <a16:creationId xmlns:a16="http://schemas.microsoft.com/office/drawing/2014/main" id="{AF0DF429-80F4-E26A-2044-50877E685EAC}"/>
                  </a:ext>
                </a:extLst>
              </p:cNvPr>
              <p:cNvSpPr/>
              <p:nvPr/>
            </p:nvSpPr>
            <p:spPr>
              <a:xfrm>
                <a:off x="4163718" y="511826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4" name="Oval 2213">
                <a:extLst>
                  <a:ext uri="{FF2B5EF4-FFF2-40B4-BE49-F238E27FC236}">
                    <a16:creationId xmlns:a16="http://schemas.microsoft.com/office/drawing/2014/main" id="{01D1E9B7-2C42-E332-7C93-E650622ED36D}"/>
                  </a:ext>
                </a:extLst>
              </p:cNvPr>
              <p:cNvSpPr/>
              <p:nvPr/>
            </p:nvSpPr>
            <p:spPr>
              <a:xfrm>
                <a:off x="3574488" y="491113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5" name="Oval 2214">
                <a:extLst>
                  <a:ext uri="{FF2B5EF4-FFF2-40B4-BE49-F238E27FC236}">
                    <a16:creationId xmlns:a16="http://schemas.microsoft.com/office/drawing/2014/main" id="{101EB0B2-32C2-2B76-9D38-B701CE0067CD}"/>
                  </a:ext>
                </a:extLst>
              </p:cNvPr>
              <p:cNvSpPr/>
              <p:nvPr/>
            </p:nvSpPr>
            <p:spPr>
              <a:xfrm>
                <a:off x="3864768" y="493636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6" name="Oval 2215">
                <a:extLst>
                  <a:ext uri="{FF2B5EF4-FFF2-40B4-BE49-F238E27FC236}">
                    <a16:creationId xmlns:a16="http://schemas.microsoft.com/office/drawing/2014/main" id="{02BA0A3D-82D6-52B0-2DCA-D9D223E448EB}"/>
                  </a:ext>
                </a:extLst>
              </p:cNvPr>
              <p:cNvSpPr/>
              <p:nvPr/>
            </p:nvSpPr>
            <p:spPr>
              <a:xfrm>
                <a:off x="4060518" y="482300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7" name="Oval 2216">
                <a:extLst>
                  <a:ext uri="{FF2B5EF4-FFF2-40B4-BE49-F238E27FC236}">
                    <a16:creationId xmlns:a16="http://schemas.microsoft.com/office/drawing/2014/main" id="{489652C5-99A3-5392-5153-18CE5F9044BF}"/>
                  </a:ext>
                </a:extLst>
              </p:cNvPr>
              <p:cNvSpPr/>
              <p:nvPr/>
            </p:nvSpPr>
            <p:spPr>
              <a:xfrm>
                <a:off x="3819768" y="51733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8" name="Oval 2217">
                <a:extLst>
                  <a:ext uri="{FF2B5EF4-FFF2-40B4-BE49-F238E27FC236}">
                    <a16:creationId xmlns:a16="http://schemas.microsoft.com/office/drawing/2014/main" id="{A2A43C3D-BEE0-6C38-6DAE-EFBE68E3FD34}"/>
                  </a:ext>
                </a:extLst>
              </p:cNvPr>
              <p:cNvSpPr/>
              <p:nvPr/>
            </p:nvSpPr>
            <p:spPr>
              <a:xfrm>
                <a:off x="3399688" y="471148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19" name="Oval 2218">
                <a:extLst>
                  <a:ext uri="{FF2B5EF4-FFF2-40B4-BE49-F238E27FC236}">
                    <a16:creationId xmlns:a16="http://schemas.microsoft.com/office/drawing/2014/main" id="{01703473-921F-F80C-9651-C25393A63EE5}"/>
                  </a:ext>
                </a:extLst>
              </p:cNvPr>
              <p:cNvSpPr/>
              <p:nvPr/>
            </p:nvSpPr>
            <p:spPr>
              <a:xfrm>
                <a:off x="3707118" y="535504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20" name="Oval 2219">
                <a:extLst>
                  <a:ext uri="{FF2B5EF4-FFF2-40B4-BE49-F238E27FC236}">
                    <a16:creationId xmlns:a16="http://schemas.microsoft.com/office/drawing/2014/main" id="{F4110096-2A32-ACBC-2EFA-8C4491FADA86}"/>
                  </a:ext>
                </a:extLst>
              </p:cNvPr>
              <p:cNvSpPr/>
              <p:nvPr/>
            </p:nvSpPr>
            <p:spPr>
              <a:xfrm>
                <a:off x="3574488" y="514807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24" name="Oval 2223">
                <a:extLst>
                  <a:ext uri="{FF2B5EF4-FFF2-40B4-BE49-F238E27FC236}">
                    <a16:creationId xmlns:a16="http://schemas.microsoft.com/office/drawing/2014/main" id="{A6B028C8-46F9-A393-BE05-FA07478BAEF4}"/>
                  </a:ext>
                </a:extLst>
              </p:cNvPr>
              <p:cNvSpPr/>
              <p:nvPr/>
            </p:nvSpPr>
            <p:spPr>
              <a:xfrm>
                <a:off x="4526918" y="381739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25" name="Oval 2224">
                <a:extLst>
                  <a:ext uri="{FF2B5EF4-FFF2-40B4-BE49-F238E27FC236}">
                    <a16:creationId xmlns:a16="http://schemas.microsoft.com/office/drawing/2014/main" id="{5F715610-CA1A-875D-205B-47F7DCF65415}"/>
                  </a:ext>
                </a:extLst>
              </p:cNvPr>
              <p:cNvSpPr/>
              <p:nvPr/>
            </p:nvSpPr>
            <p:spPr>
              <a:xfrm>
                <a:off x="4286168" y="416769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26" name="Oval 2225">
                <a:extLst>
                  <a:ext uri="{FF2B5EF4-FFF2-40B4-BE49-F238E27FC236}">
                    <a16:creationId xmlns:a16="http://schemas.microsoft.com/office/drawing/2014/main" id="{C54AD204-A49B-467B-D261-4950728BD298}"/>
                  </a:ext>
                </a:extLst>
              </p:cNvPr>
              <p:cNvSpPr/>
              <p:nvPr/>
            </p:nvSpPr>
            <p:spPr>
              <a:xfrm>
                <a:off x="3866088" y="370587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27" name="Oval 2226">
                <a:extLst>
                  <a:ext uri="{FF2B5EF4-FFF2-40B4-BE49-F238E27FC236}">
                    <a16:creationId xmlns:a16="http://schemas.microsoft.com/office/drawing/2014/main" id="{E1245684-1B8A-0F1B-AC23-DC53B8D25355}"/>
                  </a:ext>
                </a:extLst>
              </p:cNvPr>
              <p:cNvSpPr/>
              <p:nvPr/>
            </p:nvSpPr>
            <p:spPr>
              <a:xfrm>
                <a:off x="4173518" y="434943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28" name="Oval 2227">
                <a:extLst>
                  <a:ext uri="{FF2B5EF4-FFF2-40B4-BE49-F238E27FC236}">
                    <a16:creationId xmlns:a16="http://schemas.microsoft.com/office/drawing/2014/main" id="{379CEBEE-AF86-5442-5546-F000557EF536}"/>
                  </a:ext>
                </a:extLst>
              </p:cNvPr>
              <p:cNvSpPr/>
              <p:nvPr/>
            </p:nvSpPr>
            <p:spPr>
              <a:xfrm>
                <a:off x="4040888" y="414246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32" name="Oval 2231">
                <a:extLst>
                  <a:ext uri="{FF2B5EF4-FFF2-40B4-BE49-F238E27FC236}">
                    <a16:creationId xmlns:a16="http://schemas.microsoft.com/office/drawing/2014/main" id="{001E182F-8B10-E9BF-3775-C94C50E56CEA}"/>
                  </a:ext>
                </a:extLst>
              </p:cNvPr>
              <p:cNvSpPr/>
              <p:nvPr/>
            </p:nvSpPr>
            <p:spPr>
              <a:xfrm>
                <a:off x="4010280" y="35435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33" name="Oval 2232">
                <a:extLst>
                  <a:ext uri="{FF2B5EF4-FFF2-40B4-BE49-F238E27FC236}">
                    <a16:creationId xmlns:a16="http://schemas.microsoft.com/office/drawing/2014/main" id="{78116A4C-A526-AEA0-F0C7-E8CD352ABFB4}"/>
                  </a:ext>
                </a:extLst>
              </p:cNvPr>
              <p:cNvSpPr/>
              <p:nvPr/>
            </p:nvSpPr>
            <p:spPr>
              <a:xfrm>
                <a:off x="3769530" y="38938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34" name="Oval 2233">
                <a:extLst>
                  <a:ext uri="{FF2B5EF4-FFF2-40B4-BE49-F238E27FC236}">
                    <a16:creationId xmlns:a16="http://schemas.microsoft.com/office/drawing/2014/main" id="{D197FE35-797E-262A-7EE4-56D607B6B9C5}"/>
                  </a:ext>
                </a:extLst>
              </p:cNvPr>
              <p:cNvSpPr/>
              <p:nvPr/>
            </p:nvSpPr>
            <p:spPr>
              <a:xfrm>
                <a:off x="3349450" y="343200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38" name="Oval 2237">
                <a:extLst>
                  <a:ext uri="{FF2B5EF4-FFF2-40B4-BE49-F238E27FC236}">
                    <a16:creationId xmlns:a16="http://schemas.microsoft.com/office/drawing/2014/main" id="{82F6E0E1-DFBA-447C-0241-14D6B5424309}"/>
                  </a:ext>
                </a:extLst>
              </p:cNvPr>
              <p:cNvSpPr/>
              <p:nvPr/>
            </p:nvSpPr>
            <p:spPr>
              <a:xfrm>
                <a:off x="4346049" y="340818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1" name="Oval 2240">
                <a:extLst>
                  <a:ext uri="{FF2B5EF4-FFF2-40B4-BE49-F238E27FC236}">
                    <a16:creationId xmlns:a16="http://schemas.microsoft.com/office/drawing/2014/main" id="{0D8000B4-2168-E700-0DBF-2CF396330D50}"/>
                  </a:ext>
                </a:extLst>
              </p:cNvPr>
              <p:cNvSpPr/>
              <p:nvPr/>
            </p:nvSpPr>
            <p:spPr>
              <a:xfrm>
                <a:off x="4591329" y="367034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2" name="Oval 2241">
                <a:extLst>
                  <a:ext uri="{FF2B5EF4-FFF2-40B4-BE49-F238E27FC236}">
                    <a16:creationId xmlns:a16="http://schemas.microsoft.com/office/drawing/2014/main" id="{E20D85DC-4F58-B54C-CA60-18467E0928B8}"/>
                  </a:ext>
                </a:extLst>
              </p:cNvPr>
              <p:cNvSpPr/>
              <p:nvPr/>
            </p:nvSpPr>
            <p:spPr>
              <a:xfrm>
                <a:off x="4171249" y="320853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4" name="Oval 2243">
                <a:extLst>
                  <a:ext uri="{FF2B5EF4-FFF2-40B4-BE49-F238E27FC236}">
                    <a16:creationId xmlns:a16="http://schemas.microsoft.com/office/drawing/2014/main" id="{EEE902D8-714F-2210-E11B-CFD7EC728AC0}"/>
                  </a:ext>
                </a:extLst>
              </p:cNvPr>
              <p:cNvSpPr/>
              <p:nvPr/>
            </p:nvSpPr>
            <p:spPr>
              <a:xfrm>
                <a:off x="4346049" y="36451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5" name="Oval 2244">
                <a:extLst>
                  <a:ext uri="{FF2B5EF4-FFF2-40B4-BE49-F238E27FC236}">
                    <a16:creationId xmlns:a16="http://schemas.microsoft.com/office/drawing/2014/main" id="{997FA1E7-01C4-6BCB-359B-8072F92420C1}"/>
                  </a:ext>
                </a:extLst>
              </p:cNvPr>
              <p:cNvSpPr/>
              <p:nvPr/>
            </p:nvSpPr>
            <p:spPr>
              <a:xfrm>
                <a:off x="4864931" y="345219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6" name="Oval 2245">
                <a:extLst>
                  <a:ext uri="{FF2B5EF4-FFF2-40B4-BE49-F238E27FC236}">
                    <a16:creationId xmlns:a16="http://schemas.microsoft.com/office/drawing/2014/main" id="{10ED47A3-EEDF-0DA6-E28A-2C3ADD4F6909}"/>
                  </a:ext>
                </a:extLst>
              </p:cNvPr>
              <p:cNvSpPr/>
              <p:nvPr/>
            </p:nvSpPr>
            <p:spPr>
              <a:xfrm>
                <a:off x="4682051" y="373486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7" name="Oval 2246">
                <a:extLst>
                  <a:ext uri="{FF2B5EF4-FFF2-40B4-BE49-F238E27FC236}">
                    <a16:creationId xmlns:a16="http://schemas.microsoft.com/office/drawing/2014/main" id="{BC2C2A21-1D91-A2D5-B56D-E31240299E84}"/>
                  </a:ext>
                </a:extLst>
              </p:cNvPr>
              <p:cNvSpPr/>
              <p:nvPr/>
            </p:nvSpPr>
            <p:spPr>
              <a:xfrm>
                <a:off x="4972331" y="376008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8" name="Oval 2247">
                <a:extLst>
                  <a:ext uri="{FF2B5EF4-FFF2-40B4-BE49-F238E27FC236}">
                    <a16:creationId xmlns:a16="http://schemas.microsoft.com/office/drawing/2014/main" id="{803AE8A8-D88D-3C4D-9C05-0F18787B6B57}"/>
                  </a:ext>
                </a:extLst>
              </p:cNvPr>
              <p:cNvSpPr/>
              <p:nvPr/>
            </p:nvSpPr>
            <p:spPr>
              <a:xfrm>
                <a:off x="5168081" y="364672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49" name="Oval 2248">
                <a:extLst>
                  <a:ext uri="{FF2B5EF4-FFF2-40B4-BE49-F238E27FC236}">
                    <a16:creationId xmlns:a16="http://schemas.microsoft.com/office/drawing/2014/main" id="{93B77528-3F98-1F16-E06D-F61687E3C608}"/>
                  </a:ext>
                </a:extLst>
              </p:cNvPr>
              <p:cNvSpPr/>
              <p:nvPr/>
            </p:nvSpPr>
            <p:spPr>
              <a:xfrm>
                <a:off x="4927331" y="399702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50" name="Oval 2249">
                <a:extLst>
                  <a:ext uri="{FF2B5EF4-FFF2-40B4-BE49-F238E27FC236}">
                    <a16:creationId xmlns:a16="http://schemas.microsoft.com/office/drawing/2014/main" id="{3348F61E-EEE1-FB41-F57C-B95398C38971}"/>
                  </a:ext>
                </a:extLst>
              </p:cNvPr>
              <p:cNvSpPr/>
              <p:nvPr/>
            </p:nvSpPr>
            <p:spPr>
              <a:xfrm>
                <a:off x="4507251" y="353521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52" name="Oval 2251">
                <a:extLst>
                  <a:ext uri="{FF2B5EF4-FFF2-40B4-BE49-F238E27FC236}">
                    <a16:creationId xmlns:a16="http://schemas.microsoft.com/office/drawing/2014/main" id="{37311331-5C6A-48E1-A462-454FE8283A40}"/>
                  </a:ext>
                </a:extLst>
              </p:cNvPr>
              <p:cNvSpPr/>
              <p:nvPr/>
            </p:nvSpPr>
            <p:spPr>
              <a:xfrm>
                <a:off x="4682051" y="397179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54" name="Oval 2253">
                <a:extLst>
                  <a:ext uri="{FF2B5EF4-FFF2-40B4-BE49-F238E27FC236}">
                    <a16:creationId xmlns:a16="http://schemas.microsoft.com/office/drawing/2014/main" id="{E44C9E46-3E6D-EA7D-C9A0-DA2F992C3117}"/>
                  </a:ext>
                </a:extLst>
              </p:cNvPr>
              <p:cNvSpPr/>
              <p:nvPr/>
            </p:nvSpPr>
            <p:spPr>
              <a:xfrm>
                <a:off x="2711404" y="371180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55" name="Oval 2254">
                <a:extLst>
                  <a:ext uri="{FF2B5EF4-FFF2-40B4-BE49-F238E27FC236}">
                    <a16:creationId xmlns:a16="http://schemas.microsoft.com/office/drawing/2014/main" id="{79D9435C-2CFB-5B7E-F10F-944DCFC51851}"/>
                  </a:ext>
                </a:extLst>
              </p:cNvPr>
              <p:cNvSpPr/>
              <p:nvPr/>
            </p:nvSpPr>
            <p:spPr>
              <a:xfrm>
                <a:off x="3001684" y="373702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57" name="Oval 2256">
                <a:extLst>
                  <a:ext uri="{FF2B5EF4-FFF2-40B4-BE49-F238E27FC236}">
                    <a16:creationId xmlns:a16="http://schemas.microsoft.com/office/drawing/2014/main" id="{B41BB493-A5EB-E69F-93C8-707360D46034}"/>
                  </a:ext>
                </a:extLst>
              </p:cNvPr>
              <p:cNvSpPr/>
              <p:nvPr/>
            </p:nvSpPr>
            <p:spPr>
              <a:xfrm>
                <a:off x="2956684" y="397396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58" name="Oval 2257">
                <a:extLst>
                  <a:ext uri="{FF2B5EF4-FFF2-40B4-BE49-F238E27FC236}">
                    <a16:creationId xmlns:a16="http://schemas.microsoft.com/office/drawing/2014/main" id="{B809E690-D597-26A2-7A81-28D4AFFEE429}"/>
                  </a:ext>
                </a:extLst>
              </p:cNvPr>
              <p:cNvSpPr/>
              <p:nvPr/>
            </p:nvSpPr>
            <p:spPr>
              <a:xfrm>
                <a:off x="2536604" y="351215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59" name="Oval 2258">
                <a:extLst>
                  <a:ext uri="{FF2B5EF4-FFF2-40B4-BE49-F238E27FC236}">
                    <a16:creationId xmlns:a16="http://schemas.microsoft.com/office/drawing/2014/main" id="{56B6801F-8C88-FE71-95DA-A653C0D498EA}"/>
                  </a:ext>
                </a:extLst>
              </p:cNvPr>
              <p:cNvSpPr/>
              <p:nvPr/>
            </p:nvSpPr>
            <p:spPr>
              <a:xfrm>
                <a:off x="2844034" y="415570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60" name="Oval 2259">
                <a:extLst>
                  <a:ext uri="{FF2B5EF4-FFF2-40B4-BE49-F238E27FC236}">
                    <a16:creationId xmlns:a16="http://schemas.microsoft.com/office/drawing/2014/main" id="{8ED7AF5B-3F2B-04CD-FD0E-C3DB677759BB}"/>
                  </a:ext>
                </a:extLst>
              </p:cNvPr>
              <p:cNvSpPr/>
              <p:nvPr/>
            </p:nvSpPr>
            <p:spPr>
              <a:xfrm>
                <a:off x="2711404" y="394873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62" name="Oval 2261">
                <a:extLst>
                  <a:ext uri="{FF2B5EF4-FFF2-40B4-BE49-F238E27FC236}">
                    <a16:creationId xmlns:a16="http://schemas.microsoft.com/office/drawing/2014/main" id="{3E9BCDEB-EAE8-B9F3-2AF0-12A4EE34AA20}"/>
                  </a:ext>
                </a:extLst>
              </p:cNvPr>
              <p:cNvSpPr/>
              <p:nvPr/>
            </p:nvSpPr>
            <p:spPr>
              <a:xfrm>
                <a:off x="3525576" y="431272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63" name="Oval 2262">
                <a:extLst>
                  <a:ext uri="{FF2B5EF4-FFF2-40B4-BE49-F238E27FC236}">
                    <a16:creationId xmlns:a16="http://schemas.microsoft.com/office/drawing/2014/main" id="{B9561729-A4D3-4AAF-8C60-4D963CBF47C5}"/>
                  </a:ext>
                </a:extLst>
              </p:cNvPr>
              <p:cNvSpPr/>
              <p:nvPr/>
            </p:nvSpPr>
            <p:spPr>
              <a:xfrm>
                <a:off x="3815856" y="433794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65" name="Oval 2264">
                <a:extLst>
                  <a:ext uri="{FF2B5EF4-FFF2-40B4-BE49-F238E27FC236}">
                    <a16:creationId xmlns:a16="http://schemas.microsoft.com/office/drawing/2014/main" id="{1C37944E-5EB6-C44C-A547-7077FD74AEC5}"/>
                  </a:ext>
                </a:extLst>
              </p:cNvPr>
              <p:cNvSpPr/>
              <p:nvPr/>
            </p:nvSpPr>
            <p:spPr>
              <a:xfrm>
                <a:off x="3770856" y="457488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66" name="Oval 2265">
                <a:extLst>
                  <a:ext uri="{FF2B5EF4-FFF2-40B4-BE49-F238E27FC236}">
                    <a16:creationId xmlns:a16="http://schemas.microsoft.com/office/drawing/2014/main" id="{EC52441B-9DD7-7D1B-7BAA-B390B8B73271}"/>
                  </a:ext>
                </a:extLst>
              </p:cNvPr>
              <p:cNvSpPr/>
              <p:nvPr/>
            </p:nvSpPr>
            <p:spPr>
              <a:xfrm>
                <a:off x="3350776" y="411307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67" name="Oval 2266">
                <a:extLst>
                  <a:ext uri="{FF2B5EF4-FFF2-40B4-BE49-F238E27FC236}">
                    <a16:creationId xmlns:a16="http://schemas.microsoft.com/office/drawing/2014/main" id="{3C961032-15B6-1D48-8E1F-BF8C76605841}"/>
                  </a:ext>
                </a:extLst>
              </p:cNvPr>
              <p:cNvSpPr/>
              <p:nvPr/>
            </p:nvSpPr>
            <p:spPr>
              <a:xfrm>
                <a:off x="3658206" y="475662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68" name="Oval 2267">
                <a:extLst>
                  <a:ext uri="{FF2B5EF4-FFF2-40B4-BE49-F238E27FC236}">
                    <a16:creationId xmlns:a16="http://schemas.microsoft.com/office/drawing/2014/main" id="{3143B728-87AF-8F07-CD07-75EEF2FED8E6}"/>
                  </a:ext>
                </a:extLst>
              </p:cNvPr>
              <p:cNvSpPr/>
              <p:nvPr/>
            </p:nvSpPr>
            <p:spPr>
              <a:xfrm>
                <a:off x="3525576" y="45496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70" name="Oval 2269">
                <a:extLst>
                  <a:ext uri="{FF2B5EF4-FFF2-40B4-BE49-F238E27FC236}">
                    <a16:creationId xmlns:a16="http://schemas.microsoft.com/office/drawing/2014/main" id="{F6A71D70-93AE-1697-0AC4-BB22271F52DB}"/>
                  </a:ext>
                </a:extLst>
              </p:cNvPr>
              <p:cNvSpPr/>
              <p:nvPr/>
            </p:nvSpPr>
            <p:spPr>
              <a:xfrm>
                <a:off x="2744538" y="486200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71" name="Oval 2270">
                <a:extLst>
                  <a:ext uri="{FF2B5EF4-FFF2-40B4-BE49-F238E27FC236}">
                    <a16:creationId xmlns:a16="http://schemas.microsoft.com/office/drawing/2014/main" id="{8D2D4136-2CF8-D629-9CC0-0DFB5CA26E5F}"/>
                  </a:ext>
                </a:extLst>
              </p:cNvPr>
              <p:cNvSpPr/>
              <p:nvPr/>
            </p:nvSpPr>
            <p:spPr>
              <a:xfrm>
                <a:off x="3034818" y="48872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74" name="Oval 2273">
                <a:extLst>
                  <a:ext uri="{FF2B5EF4-FFF2-40B4-BE49-F238E27FC236}">
                    <a16:creationId xmlns:a16="http://schemas.microsoft.com/office/drawing/2014/main" id="{BB2BAA8D-2525-44A3-9643-38CAA5C5158A}"/>
                  </a:ext>
                </a:extLst>
              </p:cNvPr>
              <p:cNvSpPr/>
              <p:nvPr/>
            </p:nvSpPr>
            <p:spPr>
              <a:xfrm>
                <a:off x="2569738" y="46623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75" name="Oval 2274">
                <a:extLst>
                  <a:ext uri="{FF2B5EF4-FFF2-40B4-BE49-F238E27FC236}">
                    <a16:creationId xmlns:a16="http://schemas.microsoft.com/office/drawing/2014/main" id="{773B1CBE-F402-A6FD-29E2-CD5907664784}"/>
                  </a:ext>
                </a:extLst>
              </p:cNvPr>
              <p:cNvSpPr/>
              <p:nvPr/>
            </p:nvSpPr>
            <p:spPr>
              <a:xfrm>
                <a:off x="2877168" y="53059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76" name="Oval 2275">
                <a:extLst>
                  <a:ext uri="{FF2B5EF4-FFF2-40B4-BE49-F238E27FC236}">
                    <a16:creationId xmlns:a16="http://schemas.microsoft.com/office/drawing/2014/main" id="{964600ED-0956-80E4-9B28-24453F7B563D}"/>
                  </a:ext>
                </a:extLst>
              </p:cNvPr>
              <p:cNvSpPr/>
              <p:nvPr/>
            </p:nvSpPr>
            <p:spPr>
              <a:xfrm>
                <a:off x="2744538" y="509894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77" name="Oval 2276">
                <a:extLst>
                  <a:ext uri="{FF2B5EF4-FFF2-40B4-BE49-F238E27FC236}">
                    <a16:creationId xmlns:a16="http://schemas.microsoft.com/office/drawing/2014/main" id="{3A8113D5-C983-39F3-22CE-0DA2CD62C1F2}"/>
                  </a:ext>
                </a:extLst>
              </p:cNvPr>
              <p:cNvSpPr/>
              <p:nvPr/>
            </p:nvSpPr>
            <p:spPr>
              <a:xfrm>
                <a:off x="3859530" y="35013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79" name="Oval 2278">
                <a:extLst>
                  <a:ext uri="{FF2B5EF4-FFF2-40B4-BE49-F238E27FC236}">
                    <a16:creationId xmlns:a16="http://schemas.microsoft.com/office/drawing/2014/main" id="{0187C70D-CFE0-7A85-F5ED-DC4E5271F614}"/>
                  </a:ext>
                </a:extLst>
              </p:cNvPr>
              <p:cNvSpPr/>
              <p:nvPr/>
            </p:nvSpPr>
            <p:spPr>
              <a:xfrm>
                <a:off x="3966930" y="38092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0" name="Oval 2279">
                <a:extLst>
                  <a:ext uri="{FF2B5EF4-FFF2-40B4-BE49-F238E27FC236}">
                    <a16:creationId xmlns:a16="http://schemas.microsoft.com/office/drawing/2014/main" id="{234C1AD7-9240-55B7-DF49-C53FBB96C40D}"/>
                  </a:ext>
                </a:extLst>
              </p:cNvPr>
              <p:cNvSpPr/>
              <p:nvPr/>
            </p:nvSpPr>
            <p:spPr>
              <a:xfrm>
                <a:off x="4162680" y="36959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1" name="Oval 2280">
                <a:extLst>
                  <a:ext uri="{FF2B5EF4-FFF2-40B4-BE49-F238E27FC236}">
                    <a16:creationId xmlns:a16="http://schemas.microsoft.com/office/drawing/2014/main" id="{EA45D3AE-AA6C-8349-8C20-79B3D5F80C81}"/>
                  </a:ext>
                </a:extLst>
              </p:cNvPr>
              <p:cNvSpPr/>
              <p:nvPr/>
            </p:nvSpPr>
            <p:spPr>
              <a:xfrm>
                <a:off x="3921930" y="40462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2" name="Oval 2281">
                <a:extLst>
                  <a:ext uri="{FF2B5EF4-FFF2-40B4-BE49-F238E27FC236}">
                    <a16:creationId xmlns:a16="http://schemas.microsoft.com/office/drawing/2014/main" id="{1282BF51-F2AE-B45C-B430-78C5B7280DA8}"/>
                  </a:ext>
                </a:extLst>
              </p:cNvPr>
              <p:cNvSpPr/>
              <p:nvPr/>
            </p:nvSpPr>
            <p:spPr>
              <a:xfrm>
                <a:off x="3501850" y="358440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3" name="Oval 2282">
                <a:extLst>
                  <a:ext uri="{FF2B5EF4-FFF2-40B4-BE49-F238E27FC236}">
                    <a16:creationId xmlns:a16="http://schemas.microsoft.com/office/drawing/2014/main" id="{ED165B82-E2E7-7ABE-4A7D-7F92BB0C6D2C}"/>
                  </a:ext>
                </a:extLst>
              </p:cNvPr>
              <p:cNvSpPr/>
              <p:nvPr/>
            </p:nvSpPr>
            <p:spPr>
              <a:xfrm>
                <a:off x="3809280" y="42279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4" name="Oval 2283">
                <a:extLst>
                  <a:ext uri="{FF2B5EF4-FFF2-40B4-BE49-F238E27FC236}">
                    <a16:creationId xmlns:a16="http://schemas.microsoft.com/office/drawing/2014/main" id="{9EC3D9F7-2E6F-A829-67D2-76D856894B79}"/>
                  </a:ext>
                </a:extLst>
              </p:cNvPr>
              <p:cNvSpPr/>
              <p:nvPr/>
            </p:nvSpPr>
            <p:spPr>
              <a:xfrm>
                <a:off x="3676650" y="40209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5" name="Oval 2284">
                <a:extLst>
                  <a:ext uri="{FF2B5EF4-FFF2-40B4-BE49-F238E27FC236}">
                    <a16:creationId xmlns:a16="http://schemas.microsoft.com/office/drawing/2014/main" id="{35EA6A01-1067-E950-4AEA-3697D1CEA042}"/>
                  </a:ext>
                </a:extLst>
              </p:cNvPr>
              <p:cNvSpPr/>
              <p:nvPr/>
            </p:nvSpPr>
            <p:spPr>
              <a:xfrm>
                <a:off x="2904973" y="377659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6" name="Oval 2285">
                <a:extLst>
                  <a:ext uri="{FF2B5EF4-FFF2-40B4-BE49-F238E27FC236}">
                    <a16:creationId xmlns:a16="http://schemas.microsoft.com/office/drawing/2014/main" id="{618FFF6B-D4AE-B878-D445-70CEC41B9E7C}"/>
                  </a:ext>
                </a:extLst>
              </p:cNvPr>
              <p:cNvSpPr/>
              <p:nvPr/>
            </p:nvSpPr>
            <p:spPr>
              <a:xfrm>
                <a:off x="2722093" y="405926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8" name="Oval 2287">
                <a:extLst>
                  <a:ext uri="{FF2B5EF4-FFF2-40B4-BE49-F238E27FC236}">
                    <a16:creationId xmlns:a16="http://schemas.microsoft.com/office/drawing/2014/main" id="{29CF2A1D-CE6D-799C-AEB3-4390ED969C83}"/>
                  </a:ext>
                </a:extLst>
              </p:cNvPr>
              <p:cNvSpPr/>
              <p:nvPr/>
            </p:nvSpPr>
            <p:spPr>
              <a:xfrm>
                <a:off x="3208123" y="397112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89" name="Oval 2288">
                <a:extLst>
                  <a:ext uri="{FF2B5EF4-FFF2-40B4-BE49-F238E27FC236}">
                    <a16:creationId xmlns:a16="http://schemas.microsoft.com/office/drawing/2014/main" id="{A1CA63FB-B210-159E-593C-E490917EA0C9}"/>
                  </a:ext>
                </a:extLst>
              </p:cNvPr>
              <p:cNvSpPr/>
              <p:nvPr/>
            </p:nvSpPr>
            <p:spPr>
              <a:xfrm>
                <a:off x="2967373" y="432142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0" name="Oval 2289">
                <a:extLst>
                  <a:ext uri="{FF2B5EF4-FFF2-40B4-BE49-F238E27FC236}">
                    <a16:creationId xmlns:a16="http://schemas.microsoft.com/office/drawing/2014/main" id="{A010565C-CACE-1783-6F2A-B1FE71177DF1}"/>
                  </a:ext>
                </a:extLst>
              </p:cNvPr>
              <p:cNvSpPr/>
              <p:nvPr/>
            </p:nvSpPr>
            <p:spPr>
              <a:xfrm>
                <a:off x="2547293" y="385961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1" name="Oval 2290">
                <a:extLst>
                  <a:ext uri="{FF2B5EF4-FFF2-40B4-BE49-F238E27FC236}">
                    <a16:creationId xmlns:a16="http://schemas.microsoft.com/office/drawing/2014/main" id="{C361580A-5F97-0BBB-8B04-37D058980172}"/>
                  </a:ext>
                </a:extLst>
              </p:cNvPr>
              <p:cNvSpPr/>
              <p:nvPr/>
            </p:nvSpPr>
            <p:spPr>
              <a:xfrm>
                <a:off x="2854723" y="450316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2" name="Oval 2291">
                <a:extLst>
                  <a:ext uri="{FF2B5EF4-FFF2-40B4-BE49-F238E27FC236}">
                    <a16:creationId xmlns:a16="http://schemas.microsoft.com/office/drawing/2014/main" id="{DBEDFBF2-924D-B150-8744-18E897E07E66}"/>
                  </a:ext>
                </a:extLst>
              </p:cNvPr>
              <p:cNvSpPr/>
              <p:nvPr/>
            </p:nvSpPr>
            <p:spPr>
              <a:xfrm>
                <a:off x="2722093" y="429619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3" name="Oval 2292">
                <a:extLst>
                  <a:ext uri="{FF2B5EF4-FFF2-40B4-BE49-F238E27FC236}">
                    <a16:creationId xmlns:a16="http://schemas.microsoft.com/office/drawing/2014/main" id="{6E717E09-BDB1-9DF0-721C-C3BE8F0CEBF1}"/>
                  </a:ext>
                </a:extLst>
              </p:cNvPr>
              <p:cNvSpPr/>
              <p:nvPr/>
            </p:nvSpPr>
            <p:spPr>
              <a:xfrm>
                <a:off x="3911010" y="268734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4" name="Oval 2293">
                <a:extLst>
                  <a:ext uri="{FF2B5EF4-FFF2-40B4-BE49-F238E27FC236}">
                    <a16:creationId xmlns:a16="http://schemas.microsoft.com/office/drawing/2014/main" id="{B7DF5D6C-BBEB-6336-F1A9-33D20CC2C714}"/>
                  </a:ext>
                </a:extLst>
              </p:cNvPr>
              <p:cNvSpPr/>
              <p:nvPr/>
            </p:nvSpPr>
            <p:spPr>
              <a:xfrm>
                <a:off x="3728130" y="297000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5" name="Oval 2294">
                <a:extLst>
                  <a:ext uri="{FF2B5EF4-FFF2-40B4-BE49-F238E27FC236}">
                    <a16:creationId xmlns:a16="http://schemas.microsoft.com/office/drawing/2014/main" id="{AA5AB849-C1D6-7BE3-5D17-87A4F65B7ED3}"/>
                  </a:ext>
                </a:extLst>
              </p:cNvPr>
              <p:cNvSpPr/>
              <p:nvPr/>
            </p:nvSpPr>
            <p:spPr>
              <a:xfrm>
                <a:off x="4018410" y="299523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6" name="Oval 2295">
                <a:extLst>
                  <a:ext uri="{FF2B5EF4-FFF2-40B4-BE49-F238E27FC236}">
                    <a16:creationId xmlns:a16="http://schemas.microsoft.com/office/drawing/2014/main" id="{5CBCBBC4-FBA8-A524-9191-834D975C54AE}"/>
                  </a:ext>
                </a:extLst>
              </p:cNvPr>
              <p:cNvSpPr/>
              <p:nvPr/>
            </p:nvSpPr>
            <p:spPr>
              <a:xfrm>
                <a:off x="4214160" y="288187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7" name="Oval 2296">
                <a:extLst>
                  <a:ext uri="{FF2B5EF4-FFF2-40B4-BE49-F238E27FC236}">
                    <a16:creationId xmlns:a16="http://schemas.microsoft.com/office/drawing/2014/main" id="{D5BB2041-5A43-DE47-689E-5B06F5FE692A}"/>
                  </a:ext>
                </a:extLst>
              </p:cNvPr>
              <p:cNvSpPr/>
              <p:nvPr/>
            </p:nvSpPr>
            <p:spPr>
              <a:xfrm>
                <a:off x="3973410" y="323217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98" name="Oval 2297">
                <a:extLst>
                  <a:ext uri="{FF2B5EF4-FFF2-40B4-BE49-F238E27FC236}">
                    <a16:creationId xmlns:a16="http://schemas.microsoft.com/office/drawing/2014/main" id="{962EE886-44C0-A480-9A34-260BB5C311C3}"/>
                  </a:ext>
                </a:extLst>
              </p:cNvPr>
              <p:cNvSpPr/>
              <p:nvPr/>
            </p:nvSpPr>
            <p:spPr>
              <a:xfrm>
                <a:off x="3553330" y="27703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0" name="Oval 2299">
                <a:extLst>
                  <a:ext uri="{FF2B5EF4-FFF2-40B4-BE49-F238E27FC236}">
                    <a16:creationId xmlns:a16="http://schemas.microsoft.com/office/drawing/2014/main" id="{01ECC27B-AB17-E9FC-14E6-2CADEC71C595}"/>
                  </a:ext>
                </a:extLst>
              </p:cNvPr>
              <p:cNvSpPr/>
              <p:nvPr/>
            </p:nvSpPr>
            <p:spPr>
              <a:xfrm>
                <a:off x="3728130" y="320694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1" name="Oval 2300">
                <a:extLst>
                  <a:ext uri="{FF2B5EF4-FFF2-40B4-BE49-F238E27FC236}">
                    <a16:creationId xmlns:a16="http://schemas.microsoft.com/office/drawing/2014/main" id="{A8C50733-6E8D-39D9-87D6-C451C7C8B762}"/>
                  </a:ext>
                </a:extLst>
              </p:cNvPr>
              <p:cNvSpPr/>
              <p:nvPr/>
            </p:nvSpPr>
            <p:spPr>
              <a:xfrm>
                <a:off x="2996231" y="27395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2" name="Oval 2301">
                <a:extLst>
                  <a:ext uri="{FF2B5EF4-FFF2-40B4-BE49-F238E27FC236}">
                    <a16:creationId xmlns:a16="http://schemas.microsoft.com/office/drawing/2014/main" id="{61F97D05-CCCE-8D72-AE60-DD6AD74B937F}"/>
                  </a:ext>
                </a:extLst>
              </p:cNvPr>
              <p:cNvSpPr/>
              <p:nvPr/>
            </p:nvSpPr>
            <p:spPr>
              <a:xfrm>
                <a:off x="2813351" y="302221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3" name="Oval 2302">
                <a:extLst>
                  <a:ext uri="{FF2B5EF4-FFF2-40B4-BE49-F238E27FC236}">
                    <a16:creationId xmlns:a16="http://schemas.microsoft.com/office/drawing/2014/main" id="{F49DD0F0-3441-9104-9BCF-40EDD89C3E75}"/>
                  </a:ext>
                </a:extLst>
              </p:cNvPr>
              <p:cNvSpPr/>
              <p:nvPr/>
            </p:nvSpPr>
            <p:spPr>
              <a:xfrm>
                <a:off x="3103631" y="30474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4" name="Oval 2303">
                <a:extLst>
                  <a:ext uri="{FF2B5EF4-FFF2-40B4-BE49-F238E27FC236}">
                    <a16:creationId xmlns:a16="http://schemas.microsoft.com/office/drawing/2014/main" id="{310EA435-DB7D-C956-66D9-5C58255651B5}"/>
                  </a:ext>
                </a:extLst>
              </p:cNvPr>
              <p:cNvSpPr/>
              <p:nvPr/>
            </p:nvSpPr>
            <p:spPr>
              <a:xfrm>
                <a:off x="3299381" y="29340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5" name="Oval 2304">
                <a:extLst>
                  <a:ext uri="{FF2B5EF4-FFF2-40B4-BE49-F238E27FC236}">
                    <a16:creationId xmlns:a16="http://schemas.microsoft.com/office/drawing/2014/main" id="{103CC9AB-3D51-D503-3493-83D3566D2813}"/>
                  </a:ext>
                </a:extLst>
              </p:cNvPr>
              <p:cNvSpPr/>
              <p:nvPr/>
            </p:nvSpPr>
            <p:spPr>
              <a:xfrm>
                <a:off x="3058631" y="328438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6" name="Oval 2305">
                <a:extLst>
                  <a:ext uri="{FF2B5EF4-FFF2-40B4-BE49-F238E27FC236}">
                    <a16:creationId xmlns:a16="http://schemas.microsoft.com/office/drawing/2014/main" id="{3D9B4F50-CD25-B911-BF41-585801F2C582}"/>
                  </a:ext>
                </a:extLst>
              </p:cNvPr>
              <p:cNvSpPr/>
              <p:nvPr/>
            </p:nvSpPr>
            <p:spPr>
              <a:xfrm>
                <a:off x="2638551" y="282257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7" name="Oval 2306">
                <a:extLst>
                  <a:ext uri="{FF2B5EF4-FFF2-40B4-BE49-F238E27FC236}">
                    <a16:creationId xmlns:a16="http://schemas.microsoft.com/office/drawing/2014/main" id="{014A87AD-F30B-F2FA-8651-B20B42FFEA04}"/>
                  </a:ext>
                </a:extLst>
              </p:cNvPr>
              <p:cNvSpPr/>
              <p:nvPr/>
            </p:nvSpPr>
            <p:spPr>
              <a:xfrm>
                <a:off x="2945981" y="346612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08" name="Oval 2307">
                <a:extLst>
                  <a:ext uri="{FF2B5EF4-FFF2-40B4-BE49-F238E27FC236}">
                    <a16:creationId xmlns:a16="http://schemas.microsoft.com/office/drawing/2014/main" id="{879C73B5-7254-0F8A-D030-24B68B61EE82}"/>
                  </a:ext>
                </a:extLst>
              </p:cNvPr>
              <p:cNvSpPr/>
              <p:nvPr/>
            </p:nvSpPr>
            <p:spPr>
              <a:xfrm>
                <a:off x="2813351" y="32591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10" name="Oval 2309">
                <a:extLst>
                  <a:ext uri="{FF2B5EF4-FFF2-40B4-BE49-F238E27FC236}">
                    <a16:creationId xmlns:a16="http://schemas.microsoft.com/office/drawing/2014/main" id="{8B0682EE-B658-A8AE-B303-14E6A32DE057}"/>
                  </a:ext>
                </a:extLst>
              </p:cNvPr>
              <p:cNvSpPr/>
              <p:nvPr/>
            </p:nvSpPr>
            <p:spPr>
              <a:xfrm>
                <a:off x="4661885" y="448095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12" name="Oval 2311">
                <a:extLst>
                  <a:ext uri="{FF2B5EF4-FFF2-40B4-BE49-F238E27FC236}">
                    <a16:creationId xmlns:a16="http://schemas.microsoft.com/office/drawing/2014/main" id="{B3D4AFC5-654B-7EFE-D8A5-5DEF407AAD8A}"/>
                  </a:ext>
                </a:extLst>
              </p:cNvPr>
              <p:cNvSpPr/>
              <p:nvPr/>
            </p:nvSpPr>
            <p:spPr>
              <a:xfrm>
                <a:off x="5147915" y="43928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13" name="Oval 2312">
                <a:extLst>
                  <a:ext uri="{FF2B5EF4-FFF2-40B4-BE49-F238E27FC236}">
                    <a16:creationId xmlns:a16="http://schemas.microsoft.com/office/drawing/2014/main" id="{1B480779-B209-7A87-19BA-422BCA46A028}"/>
                  </a:ext>
                </a:extLst>
              </p:cNvPr>
              <p:cNvSpPr/>
              <p:nvPr/>
            </p:nvSpPr>
            <p:spPr>
              <a:xfrm>
                <a:off x="4907165" y="474312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14" name="Oval 2313">
                <a:extLst>
                  <a:ext uri="{FF2B5EF4-FFF2-40B4-BE49-F238E27FC236}">
                    <a16:creationId xmlns:a16="http://schemas.microsoft.com/office/drawing/2014/main" id="{0E47ECA4-B87A-65A0-3837-B13ADCEFCA90}"/>
                  </a:ext>
                </a:extLst>
              </p:cNvPr>
              <p:cNvSpPr/>
              <p:nvPr/>
            </p:nvSpPr>
            <p:spPr>
              <a:xfrm>
                <a:off x="4487085" y="428130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15" name="Oval 2314">
                <a:extLst>
                  <a:ext uri="{FF2B5EF4-FFF2-40B4-BE49-F238E27FC236}">
                    <a16:creationId xmlns:a16="http://schemas.microsoft.com/office/drawing/2014/main" id="{A5E63F60-0FCD-5E93-CF48-E1FE9D72A672}"/>
                  </a:ext>
                </a:extLst>
              </p:cNvPr>
              <p:cNvSpPr/>
              <p:nvPr/>
            </p:nvSpPr>
            <p:spPr>
              <a:xfrm>
                <a:off x="4794515" y="492486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17" name="Oval 2316">
                <a:extLst>
                  <a:ext uri="{FF2B5EF4-FFF2-40B4-BE49-F238E27FC236}">
                    <a16:creationId xmlns:a16="http://schemas.microsoft.com/office/drawing/2014/main" id="{761AAB9C-5D58-7387-10D9-E67A632066AB}"/>
                  </a:ext>
                </a:extLst>
              </p:cNvPr>
              <p:cNvSpPr/>
              <p:nvPr/>
            </p:nvSpPr>
            <p:spPr>
              <a:xfrm>
                <a:off x="3991330" y="448614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18" name="Oval 2317">
                <a:extLst>
                  <a:ext uri="{FF2B5EF4-FFF2-40B4-BE49-F238E27FC236}">
                    <a16:creationId xmlns:a16="http://schemas.microsoft.com/office/drawing/2014/main" id="{C6B59C98-DBC3-4204-EB5D-C702E6B0C0AE}"/>
                  </a:ext>
                </a:extLst>
              </p:cNvPr>
              <p:cNvSpPr/>
              <p:nvPr/>
            </p:nvSpPr>
            <p:spPr>
              <a:xfrm>
                <a:off x="3808450" y="476880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0" name="Oval 2319">
                <a:extLst>
                  <a:ext uri="{FF2B5EF4-FFF2-40B4-BE49-F238E27FC236}">
                    <a16:creationId xmlns:a16="http://schemas.microsoft.com/office/drawing/2014/main" id="{DBE3BDD4-8178-CA6E-62BC-B4958E0C91D0}"/>
                  </a:ext>
                </a:extLst>
              </p:cNvPr>
              <p:cNvSpPr/>
              <p:nvPr/>
            </p:nvSpPr>
            <p:spPr>
              <a:xfrm>
                <a:off x="4294480" y="468067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1" name="Oval 2320">
                <a:extLst>
                  <a:ext uri="{FF2B5EF4-FFF2-40B4-BE49-F238E27FC236}">
                    <a16:creationId xmlns:a16="http://schemas.microsoft.com/office/drawing/2014/main" id="{115DBEAC-0930-D138-40BD-8CC39E783FF7}"/>
                  </a:ext>
                </a:extLst>
              </p:cNvPr>
              <p:cNvSpPr/>
              <p:nvPr/>
            </p:nvSpPr>
            <p:spPr>
              <a:xfrm>
                <a:off x="4053730" y="503097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2" name="Oval 2321">
                <a:extLst>
                  <a:ext uri="{FF2B5EF4-FFF2-40B4-BE49-F238E27FC236}">
                    <a16:creationId xmlns:a16="http://schemas.microsoft.com/office/drawing/2014/main" id="{9494C66D-A1FA-01CD-A767-5255BBB3566D}"/>
                  </a:ext>
                </a:extLst>
              </p:cNvPr>
              <p:cNvSpPr/>
              <p:nvPr/>
            </p:nvSpPr>
            <p:spPr>
              <a:xfrm>
                <a:off x="3633650" y="456915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3" name="Oval 2322">
                <a:extLst>
                  <a:ext uri="{FF2B5EF4-FFF2-40B4-BE49-F238E27FC236}">
                    <a16:creationId xmlns:a16="http://schemas.microsoft.com/office/drawing/2014/main" id="{85FF2C08-3E6B-94D4-84FD-844AFE601A37}"/>
                  </a:ext>
                </a:extLst>
              </p:cNvPr>
              <p:cNvSpPr/>
              <p:nvPr/>
            </p:nvSpPr>
            <p:spPr>
              <a:xfrm>
                <a:off x="3941080" y="521271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4" name="Oval 2323">
                <a:extLst>
                  <a:ext uri="{FF2B5EF4-FFF2-40B4-BE49-F238E27FC236}">
                    <a16:creationId xmlns:a16="http://schemas.microsoft.com/office/drawing/2014/main" id="{AD0400ED-A4A8-4375-B4A6-2741C756FE25}"/>
                  </a:ext>
                </a:extLst>
              </p:cNvPr>
              <p:cNvSpPr/>
              <p:nvPr/>
            </p:nvSpPr>
            <p:spPr>
              <a:xfrm>
                <a:off x="3808450" y="500574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5" name="Oval 2324">
                <a:extLst>
                  <a:ext uri="{FF2B5EF4-FFF2-40B4-BE49-F238E27FC236}">
                    <a16:creationId xmlns:a16="http://schemas.microsoft.com/office/drawing/2014/main" id="{E5266264-91D0-AA79-58A1-295E345BE169}"/>
                  </a:ext>
                </a:extLst>
              </p:cNvPr>
              <p:cNvSpPr/>
              <p:nvPr/>
            </p:nvSpPr>
            <p:spPr>
              <a:xfrm>
                <a:off x="4923309" y="27256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6" name="Oval 2325">
                <a:extLst>
                  <a:ext uri="{FF2B5EF4-FFF2-40B4-BE49-F238E27FC236}">
                    <a16:creationId xmlns:a16="http://schemas.microsoft.com/office/drawing/2014/main" id="{E32CDBF5-5908-CE68-88AB-9222262AB959}"/>
                  </a:ext>
                </a:extLst>
              </p:cNvPr>
              <p:cNvSpPr/>
              <p:nvPr/>
            </p:nvSpPr>
            <p:spPr>
              <a:xfrm>
                <a:off x="4712199" y="29408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7" name="Oval 2326">
                <a:extLst>
                  <a:ext uri="{FF2B5EF4-FFF2-40B4-BE49-F238E27FC236}">
                    <a16:creationId xmlns:a16="http://schemas.microsoft.com/office/drawing/2014/main" id="{C3345C9E-E34A-A26E-303E-3C1C64AC0A24}"/>
                  </a:ext>
                </a:extLst>
              </p:cNvPr>
              <p:cNvSpPr/>
              <p:nvPr/>
            </p:nvSpPr>
            <p:spPr>
              <a:xfrm>
                <a:off x="5002479" y="296603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8" name="Oval 2327">
                <a:extLst>
                  <a:ext uri="{FF2B5EF4-FFF2-40B4-BE49-F238E27FC236}">
                    <a16:creationId xmlns:a16="http://schemas.microsoft.com/office/drawing/2014/main" id="{F578B74C-EDDA-84E3-AAC4-BBFFD3DB77D4}"/>
                  </a:ext>
                </a:extLst>
              </p:cNvPr>
              <p:cNvSpPr/>
              <p:nvPr/>
            </p:nvSpPr>
            <p:spPr>
              <a:xfrm>
                <a:off x="5198229" y="285267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29" name="Oval 2328">
                <a:extLst>
                  <a:ext uri="{FF2B5EF4-FFF2-40B4-BE49-F238E27FC236}">
                    <a16:creationId xmlns:a16="http://schemas.microsoft.com/office/drawing/2014/main" id="{26326720-BC0D-6C9E-BFDF-43AF59D06E01}"/>
                  </a:ext>
                </a:extLst>
              </p:cNvPr>
              <p:cNvSpPr/>
              <p:nvPr/>
            </p:nvSpPr>
            <p:spPr>
              <a:xfrm>
                <a:off x="4957479" y="320297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30" name="Oval 2329">
                <a:extLst>
                  <a:ext uri="{FF2B5EF4-FFF2-40B4-BE49-F238E27FC236}">
                    <a16:creationId xmlns:a16="http://schemas.microsoft.com/office/drawing/2014/main" id="{8EB17792-0EBA-BF14-0B50-B49F947E4D47}"/>
                  </a:ext>
                </a:extLst>
              </p:cNvPr>
              <p:cNvSpPr/>
              <p:nvPr/>
            </p:nvSpPr>
            <p:spPr>
              <a:xfrm>
                <a:off x="4537399" y="274116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32" name="Oval 2331">
                <a:extLst>
                  <a:ext uri="{FF2B5EF4-FFF2-40B4-BE49-F238E27FC236}">
                    <a16:creationId xmlns:a16="http://schemas.microsoft.com/office/drawing/2014/main" id="{FE52A3C8-ED7E-6255-B156-DD84C1B871D2}"/>
                  </a:ext>
                </a:extLst>
              </p:cNvPr>
              <p:cNvSpPr/>
              <p:nvPr/>
            </p:nvSpPr>
            <p:spPr>
              <a:xfrm>
                <a:off x="4712199" y="31777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sp>
          <p:nvSpPr>
            <p:cNvPr id="8" name="Graphic 6" descr="Heart with solid fill">
              <a:extLst>
                <a:ext uri="{FF2B5EF4-FFF2-40B4-BE49-F238E27FC236}">
                  <a16:creationId xmlns:a16="http://schemas.microsoft.com/office/drawing/2014/main" id="{6E8FEB47-F9ED-B863-C411-990D8A07D756}"/>
                </a:ext>
              </a:extLst>
            </p:cNvPr>
            <p:cNvSpPr/>
            <p:nvPr/>
          </p:nvSpPr>
          <p:spPr>
            <a:xfrm>
              <a:off x="3530394" y="1279888"/>
              <a:ext cx="3876348" cy="3898800"/>
            </a:xfrm>
            <a:custGeom>
              <a:avLst/>
              <a:gdLst>
                <a:gd name="connsiteX0" fmla="*/ 3582764 w 7165527"/>
                <a:gd name="connsiteY0" fmla="*/ 1415204 h 6789349"/>
                <a:gd name="connsiteX1" fmla="*/ 0 w 7165527"/>
                <a:gd name="connsiteY1" fmla="*/ 1836706 h 6789349"/>
                <a:gd name="connsiteX2" fmla="*/ 3582764 w 7165527"/>
                <a:gd name="connsiteY2" fmla="*/ 6789350 h 6789349"/>
                <a:gd name="connsiteX3" fmla="*/ 7165528 w 7165527"/>
                <a:gd name="connsiteY3" fmla="*/ 1836706 h 6789349"/>
                <a:gd name="connsiteX4" fmla="*/ 3582764 w 7165527"/>
                <a:gd name="connsiteY4" fmla="*/ 1415204 h 678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527" h="6789349">
                  <a:moveTo>
                    <a:pt x="3582764" y="1415204"/>
                  </a:moveTo>
                  <a:cubicBezTo>
                    <a:pt x="2255034" y="-1219181"/>
                    <a:pt x="0" y="361450"/>
                    <a:pt x="0" y="1836706"/>
                  </a:cubicBezTo>
                  <a:cubicBezTo>
                    <a:pt x="0" y="4049590"/>
                    <a:pt x="3582764" y="6789350"/>
                    <a:pt x="3582764" y="6789350"/>
                  </a:cubicBezTo>
                  <a:cubicBezTo>
                    <a:pt x="3582764" y="6789350"/>
                    <a:pt x="7165528" y="4049590"/>
                    <a:pt x="7165528" y="1836706"/>
                  </a:cubicBezTo>
                  <a:cubicBezTo>
                    <a:pt x="7165528" y="361450"/>
                    <a:pt x="4910494" y="-1219181"/>
                    <a:pt x="3582764" y="1415204"/>
                  </a:cubicBezTo>
                  <a:close/>
                </a:path>
              </a:pathLst>
            </a:custGeom>
            <a:solidFill>
              <a:srgbClr val="FF0000">
                <a:alpha val="25098"/>
              </a:srgbClr>
            </a:solidFill>
            <a:ln w="105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BE"/>
            </a:p>
          </p:txBody>
        </p:sp>
      </p:grpSp>
    </p:spTree>
    <p:extLst>
      <p:ext uri="{BB962C8B-B14F-4D97-AF65-F5344CB8AC3E}">
        <p14:creationId xmlns:p14="http://schemas.microsoft.com/office/powerpoint/2010/main" val="379691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D1FC6-B29F-8B96-279F-BAA55A2CD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6BBC579-2981-B9A0-A3F8-16979AF687BD}"/>
              </a:ext>
            </a:extLst>
          </p:cNvPr>
          <p:cNvGrpSpPr/>
          <p:nvPr/>
        </p:nvGrpSpPr>
        <p:grpSpPr>
          <a:xfrm>
            <a:off x="4015761" y="1227199"/>
            <a:ext cx="4680000" cy="4680000"/>
            <a:chOff x="4015761" y="1227199"/>
            <a:chExt cx="4680000" cy="4680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D4A647F-5CF5-3BED-094A-F522292725AA}"/>
                </a:ext>
              </a:extLst>
            </p:cNvPr>
            <p:cNvGrpSpPr/>
            <p:nvPr/>
          </p:nvGrpSpPr>
          <p:grpSpPr>
            <a:xfrm>
              <a:off x="4345079" y="1469161"/>
              <a:ext cx="3419481" cy="4196077"/>
              <a:chOff x="1889832" y="1330961"/>
              <a:chExt cx="3419481" cy="4196077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9B0BEE2-C8CB-3016-EDDA-19105C9A0D2B}"/>
                  </a:ext>
                </a:extLst>
              </p:cNvPr>
              <p:cNvSpPr/>
              <p:nvPr/>
            </p:nvSpPr>
            <p:spPr>
              <a:xfrm>
                <a:off x="2451813" y="1457958"/>
                <a:ext cx="2857500" cy="4069080"/>
              </a:xfrm>
              <a:prstGeom prst="roundRect">
                <a:avLst/>
              </a:prstGeom>
              <a:solidFill>
                <a:schemeClr val="bg1"/>
              </a:solidFill>
              <a:ln w="79375">
                <a:solidFill>
                  <a:srgbClr val="003C8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3F3A63D-0F6D-CAE1-E9FA-691CDAD60887}"/>
                  </a:ext>
                </a:extLst>
              </p:cNvPr>
              <p:cNvGrpSpPr/>
              <p:nvPr/>
            </p:nvGrpSpPr>
            <p:grpSpPr>
              <a:xfrm>
                <a:off x="1889832" y="1330961"/>
                <a:ext cx="3419481" cy="1845055"/>
                <a:chOff x="1889832" y="1330961"/>
                <a:chExt cx="3419481" cy="1845055"/>
              </a:xfrm>
            </p:grpSpPr>
            <p:sp>
              <p:nvSpPr>
                <p:cNvPr id="196" name="Isosceles Triangle 195">
                  <a:extLst>
                    <a:ext uri="{FF2B5EF4-FFF2-40B4-BE49-F238E27FC236}">
                      <a16:creationId xmlns:a16="http://schemas.microsoft.com/office/drawing/2014/main" id="{4A2DA526-C31B-EAF9-A3BC-0858F35BCA68}"/>
                    </a:ext>
                  </a:extLst>
                </p:cNvPr>
                <p:cNvSpPr/>
                <p:nvPr/>
              </p:nvSpPr>
              <p:spPr>
                <a:xfrm rot="8409639">
                  <a:off x="1889832" y="1747708"/>
                  <a:ext cx="1010364" cy="817106"/>
                </a:xfrm>
                <a:prstGeom prst="triangle">
                  <a:avLst>
                    <a:gd name="adj" fmla="val 52586"/>
                  </a:avLst>
                </a:prstGeom>
                <a:solidFill>
                  <a:schemeClr val="bg1"/>
                </a:solidFill>
                <a:ln w="79375">
                  <a:solidFill>
                    <a:srgbClr val="003C8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  <p:sp>
              <p:nvSpPr>
                <p:cNvPr id="197" name="Cylinder 196">
                  <a:extLst>
                    <a:ext uri="{FF2B5EF4-FFF2-40B4-BE49-F238E27FC236}">
                      <a16:creationId xmlns:a16="http://schemas.microsoft.com/office/drawing/2014/main" id="{74D68EEF-3D83-599D-E1EF-A207FF4C1196}"/>
                    </a:ext>
                  </a:extLst>
                </p:cNvPr>
                <p:cNvSpPr/>
                <p:nvPr/>
              </p:nvSpPr>
              <p:spPr>
                <a:xfrm>
                  <a:off x="2451813" y="1330961"/>
                  <a:ext cx="2857500" cy="1845055"/>
                </a:xfrm>
                <a:prstGeom prst="can">
                  <a:avLst/>
                </a:prstGeom>
                <a:solidFill>
                  <a:schemeClr val="bg1"/>
                </a:solidFill>
                <a:ln w="79375">
                  <a:solidFill>
                    <a:srgbClr val="003C84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BE"/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276E4D5-57D6-A0C9-79C4-36F9E88F9F9A}"/>
                  </a:ext>
                </a:extLst>
              </p:cNvPr>
              <p:cNvSpPr/>
              <p:nvPr/>
            </p:nvSpPr>
            <p:spPr>
              <a:xfrm>
                <a:off x="2489502" y="2664459"/>
                <a:ext cx="2779728" cy="117881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46D0943-5869-EF75-D0A8-2615DF68D58C}"/>
                  </a:ext>
                </a:extLst>
              </p:cNvPr>
              <p:cNvSpPr/>
              <p:nvPr/>
            </p:nvSpPr>
            <p:spPr>
              <a:xfrm>
                <a:off x="2492901" y="2687707"/>
                <a:ext cx="2779728" cy="2804032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AB3DD7DA-CCF5-47E4-A840-D4262262E00F}"/>
                  </a:ext>
                </a:extLst>
              </p:cNvPr>
              <p:cNvSpPr/>
              <p:nvPr/>
            </p:nvSpPr>
            <p:spPr>
              <a:xfrm>
                <a:off x="3402330" y="30441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1C9E47A-1CA2-4DF6-F227-A3EEF6E81274}"/>
                  </a:ext>
                </a:extLst>
              </p:cNvPr>
              <p:cNvSpPr/>
              <p:nvPr/>
            </p:nvSpPr>
            <p:spPr>
              <a:xfrm>
                <a:off x="3219450" y="332685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6817EC1-8558-9306-D697-09E58938DC6C}"/>
                  </a:ext>
                </a:extLst>
              </p:cNvPr>
              <p:cNvSpPr/>
              <p:nvPr/>
            </p:nvSpPr>
            <p:spPr>
              <a:xfrm>
                <a:off x="3509730" y="33520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5C5FEA5-C8D2-0B41-241C-544CA0803001}"/>
                  </a:ext>
                </a:extLst>
              </p:cNvPr>
              <p:cNvSpPr/>
              <p:nvPr/>
            </p:nvSpPr>
            <p:spPr>
              <a:xfrm>
                <a:off x="3044650" y="312720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6E12041-CB58-9D3C-B4D7-A3F3F9CEA92E}"/>
                  </a:ext>
                </a:extLst>
              </p:cNvPr>
              <p:cNvSpPr/>
              <p:nvPr/>
            </p:nvSpPr>
            <p:spPr>
              <a:xfrm>
                <a:off x="3219450" y="35637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CCDE209-8509-8AB7-3DF4-44FD9246DD86}"/>
                  </a:ext>
                </a:extLst>
              </p:cNvPr>
              <p:cNvSpPr/>
              <p:nvPr/>
            </p:nvSpPr>
            <p:spPr>
              <a:xfrm rot="15739828">
                <a:off x="3746404" y="369124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1A60CC43-92A3-B3FE-124C-B31CB1890E05}"/>
                  </a:ext>
                </a:extLst>
              </p:cNvPr>
              <p:cNvSpPr/>
              <p:nvPr/>
            </p:nvSpPr>
            <p:spPr>
              <a:xfrm rot="15739828">
                <a:off x="4036684" y="371647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D773FAB-4362-52DA-1AA5-9CF471DD0746}"/>
                  </a:ext>
                </a:extLst>
              </p:cNvPr>
              <p:cNvSpPr/>
              <p:nvPr/>
            </p:nvSpPr>
            <p:spPr>
              <a:xfrm rot="15739828">
                <a:off x="4232434" y="360310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6122F8E-5865-1EF8-C950-5837E2A66CD0}"/>
                  </a:ext>
                </a:extLst>
              </p:cNvPr>
              <p:cNvSpPr/>
              <p:nvPr/>
            </p:nvSpPr>
            <p:spPr>
              <a:xfrm rot="15739828">
                <a:off x="3991684" y="395341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0036392-23E0-D2B1-23B2-6345ED7C5A33}"/>
                  </a:ext>
                </a:extLst>
              </p:cNvPr>
              <p:cNvSpPr/>
              <p:nvPr/>
            </p:nvSpPr>
            <p:spPr>
              <a:xfrm rot="15739828">
                <a:off x="3571604" y="349159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9ABB1E-2B4C-BEDA-8323-AC246D59DB0B}"/>
                  </a:ext>
                </a:extLst>
              </p:cNvPr>
              <p:cNvSpPr/>
              <p:nvPr/>
            </p:nvSpPr>
            <p:spPr>
              <a:xfrm rot="15739828">
                <a:off x="3879034" y="413514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699B6EF-39FB-5B69-6FDB-F65525B5744B}"/>
                  </a:ext>
                </a:extLst>
              </p:cNvPr>
              <p:cNvSpPr/>
              <p:nvPr/>
            </p:nvSpPr>
            <p:spPr>
              <a:xfrm>
                <a:off x="3150048" y="363419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4AF1A3A-EAA1-3791-A0FF-365EB9F01475}"/>
                  </a:ext>
                </a:extLst>
              </p:cNvPr>
              <p:cNvSpPr/>
              <p:nvPr/>
            </p:nvSpPr>
            <p:spPr>
              <a:xfrm>
                <a:off x="3453198" y="382872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B659328-C9BD-B66F-9B99-81C2E0BF9F1C}"/>
                  </a:ext>
                </a:extLst>
              </p:cNvPr>
              <p:cNvSpPr/>
              <p:nvPr/>
            </p:nvSpPr>
            <p:spPr>
              <a:xfrm>
                <a:off x="3212448" y="417902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0DAF4A9-2CFA-A118-1D2D-5654E0F93597}"/>
                  </a:ext>
                </a:extLst>
              </p:cNvPr>
              <p:cNvSpPr/>
              <p:nvPr/>
            </p:nvSpPr>
            <p:spPr>
              <a:xfrm>
                <a:off x="3099798" y="436076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5287DADB-62CA-9367-E3CA-8E4B5032DD26}"/>
                  </a:ext>
                </a:extLst>
              </p:cNvPr>
              <p:cNvSpPr/>
              <p:nvPr/>
            </p:nvSpPr>
            <p:spPr>
              <a:xfrm>
                <a:off x="2967168" y="415379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C42FECB-437B-B1F0-83A6-9C969C9DF940}"/>
                  </a:ext>
                </a:extLst>
              </p:cNvPr>
              <p:cNvSpPr/>
              <p:nvPr/>
            </p:nvSpPr>
            <p:spPr>
              <a:xfrm>
                <a:off x="3554730" y="31965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35D38B78-F8BE-7291-3BDA-9ADCF27674F9}"/>
                  </a:ext>
                </a:extLst>
              </p:cNvPr>
              <p:cNvSpPr/>
              <p:nvPr/>
            </p:nvSpPr>
            <p:spPr>
              <a:xfrm>
                <a:off x="3662130" y="35044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022BDA1-FBC3-CBC8-B509-BCFF1E3A10A4}"/>
                  </a:ext>
                </a:extLst>
              </p:cNvPr>
              <p:cNvSpPr/>
              <p:nvPr/>
            </p:nvSpPr>
            <p:spPr>
              <a:xfrm>
                <a:off x="3857880" y="33911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43762C8-4B6A-8162-3B7D-856FA0A87FF0}"/>
                  </a:ext>
                </a:extLst>
              </p:cNvPr>
              <p:cNvSpPr/>
              <p:nvPr/>
            </p:nvSpPr>
            <p:spPr>
              <a:xfrm>
                <a:off x="3617130" y="37414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DF1371A-D8D2-E3ED-3BFE-891502B9BABB}"/>
                  </a:ext>
                </a:extLst>
              </p:cNvPr>
              <p:cNvSpPr/>
              <p:nvPr/>
            </p:nvSpPr>
            <p:spPr>
              <a:xfrm>
                <a:off x="3504480" y="39231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2FA5CBB-A4B2-4B63-B396-45F64797FB52}"/>
                  </a:ext>
                </a:extLst>
              </p:cNvPr>
              <p:cNvSpPr/>
              <p:nvPr/>
            </p:nvSpPr>
            <p:spPr>
              <a:xfrm>
                <a:off x="3371850" y="37161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54C8A36-7F21-EE3C-2FF5-479316201B1A}"/>
                  </a:ext>
                </a:extLst>
              </p:cNvPr>
              <p:cNvSpPr/>
              <p:nvPr/>
            </p:nvSpPr>
            <p:spPr>
              <a:xfrm>
                <a:off x="4710159" y="27706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AF494B7-400D-94B9-7C36-F1931577CF19}"/>
                  </a:ext>
                </a:extLst>
              </p:cNvPr>
              <p:cNvSpPr/>
              <p:nvPr/>
            </p:nvSpPr>
            <p:spPr>
              <a:xfrm>
                <a:off x="4527279" y="305329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1C575CA-46B6-86C4-2386-212B2EF12B35}"/>
                  </a:ext>
                </a:extLst>
              </p:cNvPr>
              <p:cNvSpPr/>
              <p:nvPr/>
            </p:nvSpPr>
            <p:spPr>
              <a:xfrm>
                <a:off x="4817559" y="30785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4F00982C-77CC-552B-8679-25F259B13B0F}"/>
                  </a:ext>
                </a:extLst>
              </p:cNvPr>
              <p:cNvSpPr/>
              <p:nvPr/>
            </p:nvSpPr>
            <p:spPr>
              <a:xfrm>
                <a:off x="5013309" y="296515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9FA1510-5F26-8879-EC68-312B3C6899FE}"/>
                  </a:ext>
                </a:extLst>
              </p:cNvPr>
              <p:cNvSpPr/>
              <p:nvPr/>
            </p:nvSpPr>
            <p:spPr>
              <a:xfrm>
                <a:off x="4772559" y="331546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F3D7B9AC-45F0-9341-F6C1-C95A59A4EC1D}"/>
                  </a:ext>
                </a:extLst>
              </p:cNvPr>
              <p:cNvSpPr/>
              <p:nvPr/>
            </p:nvSpPr>
            <p:spPr>
              <a:xfrm>
                <a:off x="4352479" y="28536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06B24504-E30A-ED6D-8E2F-F9F3A615DDCA}"/>
                  </a:ext>
                </a:extLst>
              </p:cNvPr>
              <p:cNvSpPr/>
              <p:nvPr/>
            </p:nvSpPr>
            <p:spPr>
              <a:xfrm>
                <a:off x="4659909" y="349719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CFFC5FE9-F0F6-9043-6FB6-C2AE6DD5905E}"/>
                  </a:ext>
                </a:extLst>
              </p:cNvPr>
              <p:cNvSpPr/>
              <p:nvPr/>
            </p:nvSpPr>
            <p:spPr>
              <a:xfrm>
                <a:off x="4527279" y="32902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9A632C6-5D19-E8D7-5665-AD35320F1D80}"/>
                  </a:ext>
                </a:extLst>
              </p:cNvPr>
              <p:cNvSpPr/>
              <p:nvPr/>
            </p:nvSpPr>
            <p:spPr>
              <a:xfrm>
                <a:off x="4733520" y="39083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F4F5FF4C-455B-3155-5BBA-3DE9FDAE5001}"/>
                  </a:ext>
                </a:extLst>
              </p:cNvPr>
              <p:cNvSpPr/>
              <p:nvPr/>
            </p:nvSpPr>
            <p:spPr>
              <a:xfrm>
                <a:off x="4550640" y="419104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D6A40C6E-9235-4188-740A-CD256C6DBAA2}"/>
                  </a:ext>
                </a:extLst>
              </p:cNvPr>
              <p:cNvSpPr/>
              <p:nvPr/>
            </p:nvSpPr>
            <p:spPr>
              <a:xfrm>
                <a:off x="4840920" y="421627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0AA5435-3175-5ADF-7692-1748DED9D6C2}"/>
                  </a:ext>
                </a:extLst>
              </p:cNvPr>
              <p:cNvSpPr/>
              <p:nvPr/>
            </p:nvSpPr>
            <p:spPr>
              <a:xfrm>
                <a:off x="5036670" y="41029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9A37D89-B093-4B7E-2BE4-27500EF201F6}"/>
                  </a:ext>
                </a:extLst>
              </p:cNvPr>
              <p:cNvSpPr/>
              <p:nvPr/>
            </p:nvSpPr>
            <p:spPr>
              <a:xfrm>
                <a:off x="4795920" y="445321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ED16F5F-EC01-7030-1783-D85FF3A3B70E}"/>
                  </a:ext>
                </a:extLst>
              </p:cNvPr>
              <p:cNvSpPr/>
              <p:nvPr/>
            </p:nvSpPr>
            <p:spPr>
              <a:xfrm>
                <a:off x="4375840" y="399139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1D71CA0-7E94-EDB3-82BC-F91F7714EAF6}"/>
                  </a:ext>
                </a:extLst>
              </p:cNvPr>
              <p:cNvSpPr/>
              <p:nvPr/>
            </p:nvSpPr>
            <p:spPr>
              <a:xfrm>
                <a:off x="4683270" y="463495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4F3854F1-97E4-C493-D517-64D1CEB106BB}"/>
                  </a:ext>
                </a:extLst>
              </p:cNvPr>
              <p:cNvSpPr/>
              <p:nvPr/>
            </p:nvSpPr>
            <p:spPr>
              <a:xfrm>
                <a:off x="4550640" y="44279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E9BD4E7-625B-8FCD-7061-9639029EBA17}"/>
                  </a:ext>
                </a:extLst>
              </p:cNvPr>
              <p:cNvSpPr/>
              <p:nvPr/>
            </p:nvSpPr>
            <p:spPr>
              <a:xfrm>
                <a:off x="4072538" y="428527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742C4A23-4DDA-FB35-051B-1A74B9228DF9}"/>
                  </a:ext>
                </a:extLst>
              </p:cNvPr>
              <p:cNvSpPr/>
              <p:nvPr/>
            </p:nvSpPr>
            <p:spPr>
              <a:xfrm>
                <a:off x="3889658" y="456794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F096DDA-6262-57A3-C54F-83A279B4C785}"/>
                  </a:ext>
                </a:extLst>
              </p:cNvPr>
              <p:cNvSpPr/>
              <p:nvPr/>
            </p:nvSpPr>
            <p:spPr>
              <a:xfrm>
                <a:off x="4179938" y="459316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DF928A75-573A-9B74-A3E9-D71BB281AEED}"/>
                  </a:ext>
                </a:extLst>
              </p:cNvPr>
              <p:cNvSpPr/>
              <p:nvPr/>
            </p:nvSpPr>
            <p:spPr>
              <a:xfrm>
                <a:off x="4375688" y="44798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0646BC88-E7DB-2963-3843-D51C60CACCD9}"/>
                  </a:ext>
                </a:extLst>
              </p:cNvPr>
              <p:cNvSpPr/>
              <p:nvPr/>
            </p:nvSpPr>
            <p:spPr>
              <a:xfrm>
                <a:off x="3714858" y="436829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72FDF21E-8D78-30A4-23BB-3B25D3E52100}"/>
                  </a:ext>
                </a:extLst>
              </p:cNvPr>
              <p:cNvSpPr/>
              <p:nvPr/>
            </p:nvSpPr>
            <p:spPr>
              <a:xfrm>
                <a:off x="3911843" y="481624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50AAB77-DB4D-0D2B-3B66-E56616B94066}"/>
                  </a:ext>
                </a:extLst>
              </p:cNvPr>
              <p:cNvSpPr/>
              <p:nvPr/>
            </p:nvSpPr>
            <p:spPr>
              <a:xfrm>
                <a:off x="3352698" y="446605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713E4F0-C104-3428-BC4A-53A55EF56DBD}"/>
                  </a:ext>
                </a:extLst>
              </p:cNvPr>
              <p:cNvSpPr/>
              <p:nvPr/>
            </p:nvSpPr>
            <p:spPr>
              <a:xfrm>
                <a:off x="3169818" y="474871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935B8EAC-6764-710A-09E0-EC03B4188E46}"/>
                  </a:ext>
                </a:extLst>
              </p:cNvPr>
              <p:cNvSpPr/>
              <p:nvPr/>
            </p:nvSpPr>
            <p:spPr>
              <a:xfrm>
                <a:off x="3476000" y="480903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5D5A713A-FABD-DA23-E191-E8BAA7775E75}"/>
                  </a:ext>
                </a:extLst>
              </p:cNvPr>
              <p:cNvSpPr/>
              <p:nvPr/>
            </p:nvSpPr>
            <p:spPr>
              <a:xfrm>
                <a:off x="3655848" y="466057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D6B7C1A-086C-7FA6-F98D-A2C10465C107}"/>
                  </a:ext>
                </a:extLst>
              </p:cNvPr>
              <p:cNvSpPr/>
              <p:nvPr/>
            </p:nvSpPr>
            <p:spPr>
              <a:xfrm>
                <a:off x="3415098" y="50108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8B772A3-4ED3-CE31-C30A-0725A1583876}"/>
                  </a:ext>
                </a:extLst>
              </p:cNvPr>
              <p:cNvSpPr/>
              <p:nvPr/>
            </p:nvSpPr>
            <p:spPr>
              <a:xfrm>
                <a:off x="2995018" y="454906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B4C0A200-E557-10C4-DD3C-206CFE4D091C}"/>
                  </a:ext>
                </a:extLst>
              </p:cNvPr>
              <p:cNvSpPr/>
              <p:nvPr/>
            </p:nvSpPr>
            <p:spPr>
              <a:xfrm>
                <a:off x="3302448" y="519262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862A73A-1588-486B-381E-988718477F83}"/>
                  </a:ext>
                </a:extLst>
              </p:cNvPr>
              <p:cNvSpPr/>
              <p:nvPr/>
            </p:nvSpPr>
            <p:spPr>
              <a:xfrm>
                <a:off x="3169818" y="498565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2F5A511F-8482-D412-FDFD-3CD96DA26DDC}"/>
                  </a:ext>
                </a:extLst>
              </p:cNvPr>
              <p:cNvSpPr/>
              <p:nvPr/>
            </p:nvSpPr>
            <p:spPr>
              <a:xfrm>
                <a:off x="3911010" y="281987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F9F984D-1204-7C00-AAF0-8299CB60DB06}"/>
                  </a:ext>
                </a:extLst>
              </p:cNvPr>
              <p:cNvSpPr/>
              <p:nvPr/>
            </p:nvSpPr>
            <p:spPr>
              <a:xfrm>
                <a:off x="3728130" y="310253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85AD673-40E2-B214-DFF1-B54101E7B13F}"/>
                  </a:ext>
                </a:extLst>
              </p:cNvPr>
              <p:cNvSpPr/>
              <p:nvPr/>
            </p:nvSpPr>
            <p:spPr>
              <a:xfrm>
                <a:off x="4018410" y="312776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F52030D8-F3D5-424C-8E8F-52D6495646CE}"/>
                  </a:ext>
                </a:extLst>
              </p:cNvPr>
              <p:cNvSpPr/>
              <p:nvPr/>
            </p:nvSpPr>
            <p:spPr>
              <a:xfrm>
                <a:off x="4214160" y="301439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2B6E023D-940C-50EB-6AAF-E86507B1A5CE}"/>
                  </a:ext>
                </a:extLst>
              </p:cNvPr>
              <p:cNvSpPr/>
              <p:nvPr/>
            </p:nvSpPr>
            <p:spPr>
              <a:xfrm>
                <a:off x="3973410" y="336470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CB55030-14E6-42E4-4E1F-0B5C2C9B2028}"/>
                  </a:ext>
                </a:extLst>
              </p:cNvPr>
              <p:cNvSpPr/>
              <p:nvPr/>
            </p:nvSpPr>
            <p:spPr>
              <a:xfrm>
                <a:off x="3553330" y="290288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AD7387A-7D79-8CC6-0DFF-3AFDCE69BC50}"/>
                  </a:ext>
                </a:extLst>
              </p:cNvPr>
              <p:cNvSpPr/>
              <p:nvPr/>
            </p:nvSpPr>
            <p:spPr>
              <a:xfrm>
                <a:off x="3728130" y="333947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CDB7730-25B4-936D-C537-ED40BB1D1A35}"/>
                  </a:ext>
                </a:extLst>
              </p:cNvPr>
              <p:cNvSpPr/>
              <p:nvPr/>
            </p:nvSpPr>
            <p:spPr>
              <a:xfrm>
                <a:off x="2976204" y="285261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2F5C44EA-9515-37EE-55E1-64F532DFCC20}"/>
                  </a:ext>
                </a:extLst>
              </p:cNvPr>
              <p:cNvSpPr/>
              <p:nvPr/>
            </p:nvSpPr>
            <p:spPr>
              <a:xfrm>
                <a:off x="2793324" y="313527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7CD7E3C-D077-5166-F404-0DEAE4FD32BE}"/>
                  </a:ext>
                </a:extLst>
              </p:cNvPr>
              <p:cNvSpPr/>
              <p:nvPr/>
            </p:nvSpPr>
            <p:spPr>
              <a:xfrm>
                <a:off x="3279354" y="304714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C4C21CA2-9AD8-87BE-E4CA-F3BACC9E3DE0}"/>
                  </a:ext>
                </a:extLst>
              </p:cNvPr>
              <p:cNvSpPr/>
              <p:nvPr/>
            </p:nvSpPr>
            <p:spPr>
              <a:xfrm>
                <a:off x="3038604" y="339744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A45FDF67-4070-C6D3-CA7F-2C3B92F478F6}"/>
                  </a:ext>
                </a:extLst>
              </p:cNvPr>
              <p:cNvSpPr/>
              <p:nvPr/>
            </p:nvSpPr>
            <p:spPr>
              <a:xfrm>
                <a:off x="2618524" y="293562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7BD19D7A-390B-EF36-3CAE-A0F857032FE8}"/>
                  </a:ext>
                </a:extLst>
              </p:cNvPr>
              <p:cNvSpPr/>
              <p:nvPr/>
            </p:nvSpPr>
            <p:spPr>
              <a:xfrm>
                <a:off x="2925954" y="35791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32AA9CFF-FF8B-D426-6CC2-3616A5E8D011}"/>
                  </a:ext>
                </a:extLst>
              </p:cNvPr>
              <p:cNvSpPr/>
              <p:nvPr/>
            </p:nvSpPr>
            <p:spPr>
              <a:xfrm>
                <a:off x="2793324" y="337221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BD73DA8A-FA14-2E39-8A22-648628596352}"/>
                  </a:ext>
                </a:extLst>
              </p:cNvPr>
              <p:cNvSpPr/>
              <p:nvPr/>
            </p:nvSpPr>
            <p:spPr>
              <a:xfrm>
                <a:off x="2854283" y="45993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AD0EBDBE-8E5D-E0ED-9068-1047BCE2BDCE}"/>
                  </a:ext>
                </a:extLst>
              </p:cNvPr>
              <p:cNvSpPr/>
              <p:nvPr/>
            </p:nvSpPr>
            <p:spPr>
              <a:xfrm>
                <a:off x="3144563" y="462453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C4EACBE7-4537-95F1-3C6D-AF9A2400A64E}"/>
                  </a:ext>
                </a:extLst>
              </p:cNvPr>
              <p:cNvSpPr/>
              <p:nvPr/>
            </p:nvSpPr>
            <p:spPr>
              <a:xfrm>
                <a:off x="2679483" y="439966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CC2F0D7B-7F77-75CC-E6F2-69AFEE042487}"/>
                  </a:ext>
                </a:extLst>
              </p:cNvPr>
              <p:cNvSpPr/>
              <p:nvPr/>
            </p:nvSpPr>
            <p:spPr>
              <a:xfrm>
                <a:off x="2986913" y="504321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DFD9A8A-104C-74B6-3230-447FED0154E0}"/>
                  </a:ext>
                </a:extLst>
              </p:cNvPr>
              <p:cNvSpPr/>
              <p:nvPr/>
            </p:nvSpPr>
            <p:spPr>
              <a:xfrm>
                <a:off x="2854283" y="48362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80ECA9B7-7B9C-C53F-ACEE-8D5E7312D0A9}"/>
                  </a:ext>
                </a:extLst>
              </p:cNvPr>
              <p:cNvSpPr/>
              <p:nvPr/>
            </p:nvSpPr>
            <p:spPr>
              <a:xfrm>
                <a:off x="4902682" y="45718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35E72FAB-C74F-3DC2-EAFC-227E0658F32E}"/>
                  </a:ext>
                </a:extLst>
              </p:cNvPr>
              <p:cNvSpPr/>
              <p:nvPr/>
            </p:nvSpPr>
            <p:spPr>
              <a:xfrm>
                <a:off x="4635204" y="49534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C695E96-A246-C2D0-11D6-AF2FC2658464}"/>
                  </a:ext>
                </a:extLst>
              </p:cNvPr>
              <p:cNvSpPr/>
              <p:nvPr/>
            </p:nvSpPr>
            <p:spPr>
              <a:xfrm>
                <a:off x="5010082" y="487969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878119F4-670E-DE94-8685-2417B814EFB9}"/>
                  </a:ext>
                </a:extLst>
              </p:cNvPr>
              <p:cNvSpPr/>
              <p:nvPr/>
            </p:nvSpPr>
            <p:spPr>
              <a:xfrm>
                <a:off x="5205832" y="47663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F2617EC-DCD6-9905-3944-542E3E9FDF6A}"/>
                  </a:ext>
                </a:extLst>
              </p:cNvPr>
              <p:cNvSpPr/>
              <p:nvPr/>
            </p:nvSpPr>
            <p:spPr>
              <a:xfrm>
                <a:off x="4965082" y="511663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34E02D3C-B514-FD39-9283-07F92A1DAA5A}"/>
                  </a:ext>
                </a:extLst>
              </p:cNvPr>
              <p:cNvSpPr/>
              <p:nvPr/>
            </p:nvSpPr>
            <p:spPr>
              <a:xfrm>
                <a:off x="4545002" y="465481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4171FEF3-4FE1-027E-32E6-0966D48945E8}"/>
                  </a:ext>
                </a:extLst>
              </p:cNvPr>
              <p:cNvSpPr/>
              <p:nvPr/>
            </p:nvSpPr>
            <p:spPr>
              <a:xfrm>
                <a:off x="4852432" y="529837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AB691636-B439-895C-F535-E9198190E36B}"/>
                  </a:ext>
                </a:extLst>
              </p:cNvPr>
              <p:cNvSpPr/>
              <p:nvPr/>
            </p:nvSpPr>
            <p:spPr>
              <a:xfrm>
                <a:off x="4719802" y="50914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4A2C8A52-AC8E-9571-A3A9-9275CA2887F5}"/>
                  </a:ext>
                </a:extLst>
              </p:cNvPr>
              <p:cNvSpPr/>
              <p:nvPr/>
            </p:nvSpPr>
            <p:spPr>
              <a:xfrm>
                <a:off x="4346598" y="459866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99452311-3349-FDFB-6135-49977FDE43E6}"/>
                  </a:ext>
                </a:extLst>
              </p:cNvPr>
              <p:cNvSpPr/>
              <p:nvPr/>
            </p:nvSpPr>
            <p:spPr>
              <a:xfrm>
                <a:off x="4163718" y="488132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FB51C20D-D883-8BBD-D50B-AAC7014B1D34}"/>
                  </a:ext>
                </a:extLst>
              </p:cNvPr>
              <p:cNvSpPr/>
              <p:nvPr/>
            </p:nvSpPr>
            <p:spPr>
              <a:xfrm>
                <a:off x="4453998" y="49065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48478A4E-29AA-6D5A-ED7B-320C6ED65000}"/>
                  </a:ext>
                </a:extLst>
              </p:cNvPr>
              <p:cNvSpPr/>
              <p:nvPr/>
            </p:nvSpPr>
            <p:spPr>
              <a:xfrm>
                <a:off x="4649748" y="479319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53D621EF-B7A2-B77B-D07A-7A322B4F29FB}"/>
                  </a:ext>
                </a:extLst>
              </p:cNvPr>
              <p:cNvSpPr/>
              <p:nvPr/>
            </p:nvSpPr>
            <p:spPr>
              <a:xfrm>
                <a:off x="4408998" y="514349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90345DE6-BEF6-F125-E4D8-CEDCF8177126}"/>
                  </a:ext>
                </a:extLst>
              </p:cNvPr>
              <p:cNvSpPr/>
              <p:nvPr/>
            </p:nvSpPr>
            <p:spPr>
              <a:xfrm>
                <a:off x="3988918" y="46816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12B4E9A8-17E2-5EA3-3B70-AAB2D06A5E03}"/>
                  </a:ext>
                </a:extLst>
              </p:cNvPr>
              <p:cNvSpPr/>
              <p:nvPr/>
            </p:nvSpPr>
            <p:spPr>
              <a:xfrm>
                <a:off x="4296348" y="532523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66B492F7-3421-27B2-C24C-1D36FF9AD7A0}"/>
                  </a:ext>
                </a:extLst>
              </p:cNvPr>
              <p:cNvSpPr/>
              <p:nvPr/>
            </p:nvSpPr>
            <p:spPr>
              <a:xfrm>
                <a:off x="4163718" y="511826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251F1D7-396C-09F0-34C3-C13792CFCD6D}"/>
                  </a:ext>
                </a:extLst>
              </p:cNvPr>
              <p:cNvSpPr/>
              <p:nvPr/>
            </p:nvSpPr>
            <p:spPr>
              <a:xfrm>
                <a:off x="3574488" y="491113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7A3275E6-FE45-D26D-2E93-B714D492C75C}"/>
                  </a:ext>
                </a:extLst>
              </p:cNvPr>
              <p:cNvSpPr/>
              <p:nvPr/>
            </p:nvSpPr>
            <p:spPr>
              <a:xfrm>
                <a:off x="3864768" y="493636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602006E-6ACE-5B03-5FA9-1C837EE7F71F}"/>
                  </a:ext>
                </a:extLst>
              </p:cNvPr>
              <p:cNvSpPr/>
              <p:nvPr/>
            </p:nvSpPr>
            <p:spPr>
              <a:xfrm>
                <a:off x="4060518" y="482300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EF8165DE-EC92-903A-4CB5-CECB5D829BAD}"/>
                  </a:ext>
                </a:extLst>
              </p:cNvPr>
              <p:cNvSpPr/>
              <p:nvPr/>
            </p:nvSpPr>
            <p:spPr>
              <a:xfrm>
                <a:off x="3819768" y="517330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CC5AC288-F8DF-CD5A-1E93-D46EB478004B}"/>
                  </a:ext>
                </a:extLst>
              </p:cNvPr>
              <p:cNvSpPr/>
              <p:nvPr/>
            </p:nvSpPr>
            <p:spPr>
              <a:xfrm>
                <a:off x="3399688" y="471148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28A1E974-3CA7-62E8-2A9F-2BA9BEA09165}"/>
                  </a:ext>
                </a:extLst>
              </p:cNvPr>
              <p:cNvSpPr/>
              <p:nvPr/>
            </p:nvSpPr>
            <p:spPr>
              <a:xfrm>
                <a:off x="3707118" y="535504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3F52FC1E-921E-D322-104A-0143284AF8EA}"/>
                  </a:ext>
                </a:extLst>
              </p:cNvPr>
              <p:cNvSpPr/>
              <p:nvPr/>
            </p:nvSpPr>
            <p:spPr>
              <a:xfrm>
                <a:off x="3574488" y="514807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B935C03C-96EF-EFA8-9B04-FE9C2902423C}"/>
                  </a:ext>
                </a:extLst>
              </p:cNvPr>
              <p:cNvSpPr/>
              <p:nvPr/>
            </p:nvSpPr>
            <p:spPr>
              <a:xfrm>
                <a:off x="4526918" y="381739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2605D2DE-813E-9CF4-C23E-67176B399254}"/>
                  </a:ext>
                </a:extLst>
              </p:cNvPr>
              <p:cNvSpPr/>
              <p:nvPr/>
            </p:nvSpPr>
            <p:spPr>
              <a:xfrm>
                <a:off x="4286168" y="416769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8399F964-D119-B32C-062A-A07B9FB2E430}"/>
                  </a:ext>
                </a:extLst>
              </p:cNvPr>
              <p:cNvSpPr/>
              <p:nvPr/>
            </p:nvSpPr>
            <p:spPr>
              <a:xfrm>
                <a:off x="3866088" y="370587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46457CBD-E8FA-C8F5-3477-98538E112C57}"/>
                  </a:ext>
                </a:extLst>
              </p:cNvPr>
              <p:cNvSpPr/>
              <p:nvPr/>
            </p:nvSpPr>
            <p:spPr>
              <a:xfrm>
                <a:off x="4173518" y="434943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26B7A695-AC98-C673-0236-07479C1E10CE}"/>
                  </a:ext>
                </a:extLst>
              </p:cNvPr>
              <p:cNvSpPr/>
              <p:nvPr/>
            </p:nvSpPr>
            <p:spPr>
              <a:xfrm>
                <a:off x="4040888" y="414246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D3FE7F0D-EAAA-7BE2-801E-1DA30AD32EDE}"/>
                  </a:ext>
                </a:extLst>
              </p:cNvPr>
              <p:cNvSpPr/>
              <p:nvPr/>
            </p:nvSpPr>
            <p:spPr>
              <a:xfrm>
                <a:off x="4010280" y="35435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3D62AAB4-E4F8-ED4D-D7B2-8439FA639131}"/>
                  </a:ext>
                </a:extLst>
              </p:cNvPr>
              <p:cNvSpPr/>
              <p:nvPr/>
            </p:nvSpPr>
            <p:spPr>
              <a:xfrm>
                <a:off x="3769530" y="38938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E9BA5654-94CD-3BE6-24EC-B07CCCE6EF35}"/>
                  </a:ext>
                </a:extLst>
              </p:cNvPr>
              <p:cNvSpPr/>
              <p:nvPr/>
            </p:nvSpPr>
            <p:spPr>
              <a:xfrm>
                <a:off x="3349450" y="343200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53CA06C9-B472-1F8F-F0B4-3027DB3D4695}"/>
                  </a:ext>
                </a:extLst>
              </p:cNvPr>
              <p:cNvSpPr/>
              <p:nvPr/>
            </p:nvSpPr>
            <p:spPr>
              <a:xfrm>
                <a:off x="4346049" y="340818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B5D50A62-E325-FFF1-6DE9-AD921CF2369E}"/>
                  </a:ext>
                </a:extLst>
              </p:cNvPr>
              <p:cNvSpPr/>
              <p:nvPr/>
            </p:nvSpPr>
            <p:spPr>
              <a:xfrm>
                <a:off x="4591329" y="367034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B5F28C6B-9EB6-12BA-FCC3-BE5472757EFA}"/>
                  </a:ext>
                </a:extLst>
              </p:cNvPr>
              <p:cNvSpPr/>
              <p:nvPr/>
            </p:nvSpPr>
            <p:spPr>
              <a:xfrm>
                <a:off x="4171249" y="320853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8B5C390A-7BBB-1AE0-8F57-7305562DC840}"/>
                  </a:ext>
                </a:extLst>
              </p:cNvPr>
              <p:cNvSpPr/>
              <p:nvPr/>
            </p:nvSpPr>
            <p:spPr>
              <a:xfrm>
                <a:off x="4346049" y="36451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2769263C-05BE-B743-55B8-0C0CA5D9BE9A}"/>
                  </a:ext>
                </a:extLst>
              </p:cNvPr>
              <p:cNvSpPr/>
              <p:nvPr/>
            </p:nvSpPr>
            <p:spPr>
              <a:xfrm>
                <a:off x="4864931" y="345219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481A3CEA-40F3-7457-3D93-C6532AD8E100}"/>
                  </a:ext>
                </a:extLst>
              </p:cNvPr>
              <p:cNvSpPr/>
              <p:nvPr/>
            </p:nvSpPr>
            <p:spPr>
              <a:xfrm>
                <a:off x="4682051" y="373486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653D2BA7-3136-57DE-B924-478CDBC60E6F}"/>
                  </a:ext>
                </a:extLst>
              </p:cNvPr>
              <p:cNvSpPr/>
              <p:nvPr/>
            </p:nvSpPr>
            <p:spPr>
              <a:xfrm>
                <a:off x="4972331" y="376008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A80C1237-5B97-763F-DB59-231F5A345B14}"/>
                  </a:ext>
                </a:extLst>
              </p:cNvPr>
              <p:cNvSpPr/>
              <p:nvPr/>
            </p:nvSpPr>
            <p:spPr>
              <a:xfrm>
                <a:off x="5168081" y="364672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0A14EF9E-C4E8-0D78-9FD1-524D830B334F}"/>
                  </a:ext>
                </a:extLst>
              </p:cNvPr>
              <p:cNvSpPr/>
              <p:nvPr/>
            </p:nvSpPr>
            <p:spPr>
              <a:xfrm>
                <a:off x="4927331" y="399702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7E21A582-6D24-E668-6E22-C13C86A634F0}"/>
                  </a:ext>
                </a:extLst>
              </p:cNvPr>
              <p:cNvSpPr/>
              <p:nvPr/>
            </p:nvSpPr>
            <p:spPr>
              <a:xfrm>
                <a:off x="4507251" y="353521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F3BC761-BAD6-77A2-172E-217E26FF32BC}"/>
                  </a:ext>
                </a:extLst>
              </p:cNvPr>
              <p:cNvSpPr/>
              <p:nvPr/>
            </p:nvSpPr>
            <p:spPr>
              <a:xfrm>
                <a:off x="4682051" y="397179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8B228C1F-65B5-EDAD-2E79-CE3F384B8DC3}"/>
                  </a:ext>
                </a:extLst>
              </p:cNvPr>
              <p:cNvSpPr/>
              <p:nvPr/>
            </p:nvSpPr>
            <p:spPr>
              <a:xfrm>
                <a:off x="2711404" y="371180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E45A3977-4817-C6C9-2FC0-ABD807C78C20}"/>
                  </a:ext>
                </a:extLst>
              </p:cNvPr>
              <p:cNvSpPr/>
              <p:nvPr/>
            </p:nvSpPr>
            <p:spPr>
              <a:xfrm>
                <a:off x="3001684" y="373702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EAEEF1F2-DC5A-606E-8375-81DD91B4B9F3}"/>
                  </a:ext>
                </a:extLst>
              </p:cNvPr>
              <p:cNvSpPr/>
              <p:nvPr/>
            </p:nvSpPr>
            <p:spPr>
              <a:xfrm>
                <a:off x="2956684" y="397396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749C4354-BC5C-5C81-9059-D0327C8F1268}"/>
                  </a:ext>
                </a:extLst>
              </p:cNvPr>
              <p:cNvSpPr/>
              <p:nvPr/>
            </p:nvSpPr>
            <p:spPr>
              <a:xfrm>
                <a:off x="2536604" y="351215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1CA8D24C-C294-7719-568D-205F037D8707}"/>
                  </a:ext>
                </a:extLst>
              </p:cNvPr>
              <p:cNvSpPr/>
              <p:nvPr/>
            </p:nvSpPr>
            <p:spPr>
              <a:xfrm>
                <a:off x="2844034" y="415570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E2BA41C-B3E9-051A-188D-66B8B1051C3B}"/>
                  </a:ext>
                </a:extLst>
              </p:cNvPr>
              <p:cNvSpPr/>
              <p:nvPr/>
            </p:nvSpPr>
            <p:spPr>
              <a:xfrm>
                <a:off x="2711404" y="394873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017B443-259F-341B-82E0-3D68D4121315}"/>
                  </a:ext>
                </a:extLst>
              </p:cNvPr>
              <p:cNvSpPr/>
              <p:nvPr/>
            </p:nvSpPr>
            <p:spPr>
              <a:xfrm>
                <a:off x="3525576" y="431272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DB89FD81-179F-C397-3632-00E5901A037F}"/>
                  </a:ext>
                </a:extLst>
              </p:cNvPr>
              <p:cNvSpPr/>
              <p:nvPr/>
            </p:nvSpPr>
            <p:spPr>
              <a:xfrm>
                <a:off x="3815856" y="433794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95C3EC5E-4360-E3DE-DC04-4EC30707FBDE}"/>
                  </a:ext>
                </a:extLst>
              </p:cNvPr>
              <p:cNvSpPr/>
              <p:nvPr/>
            </p:nvSpPr>
            <p:spPr>
              <a:xfrm>
                <a:off x="3770856" y="457488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9A175F6B-A534-69ED-21CF-ACACE7FFA277}"/>
                  </a:ext>
                </a:extLst>
              </p:cNvPr>
              <p:cNvSpPr/>
              <p:nvPr/>
            </p:nvSpPr>
            <p:spPr>
              <a:xfrm>
                <a:off x="3350776" y="411307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48273A1C-EA1E-D4CB-9448-69BBCCB080B7}"/>
                  </a:ext>
                </a:extLst>
              </p:cNvPr>
              <p:cNvSpPr/>
              <p:nvPr/>
            </p:nvSpPr>
            <p:spPr>
              <a:xfrm>
                <a:off x="3658206" y="475662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2194BE7E-9135-3FC2-409C-A4BDAD285F32}"/>
                  </a:ext>
                </a:extLst>
              </p:cNvPr>
              <p:cNvSpPr/>
              <p:nvPr/>
            </p:nvSpPr>
            <p:spPr>
              <a:xfrm>
                <a:off x="3525576" y="45496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AF926EF6-4D34-2B86-E421-1FA4BD9D4737}"/>
                  </a:ext>
                </a:extLst>
              </p:cNvPr>
              <p:cNvSpPr/>
              <p:nvPr/>
            </p:nvSpPr>
            <p:spPr>
              <a:xfrm>
                <a:off x="2744538" y="486200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A005A191-9D57-4FAC-79C7-A1C860F60F2F}"/>
                  </a:ext>
                </a:extLst>
              </p:cNvPr>
              <p:cNvSpPr/>
              <p:nvPr/>
            </p:nvSpPr>
            <p:spPr>
              <a:xfrm>
                <a:off x="3034818" y="48872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9AFC0B72-EB09-2F95-9827-3FA6A0BC1613}"/>
                  </a:ext>
                </a:extLst>
              </p:cNvPr>
              <p:cNvSpPr/>
              <p:nvPr/>
            </p:nvSpPr>
            <p:spPr>
              <a:xfrm>
                <a:off x="2569738" y="46623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F97AE621-45A3-E9B4-F389-3E6DE707706B}"/>
                  </a:ext>
                </a:extLst>
              </p:cNvPr>
              <p:cNvSpPr/>
              <p:nvPr/>
            </p:nvSpPr>
            <p:spPr>
              <a:xfrm>
                <a:off x="2877168" y="53059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F378D286-7679-1718-FA68-3825C23FC780}"/>
                  </a:ext>
                </a:extLst>
              </p:cNvPr>
              <p:cNvSpPr/>
              <p:nvPr/>
            </p:nvSpPr>
            <p:spPr>
              <a:xfrm>
                <a:off x="2744538" y="509894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D9FC7384-E4D7-CB0C-F82D-8C14D0814071}"/>
                  </a:ext>
                </a:extLst>
              </p:cNvPr>
              <p:cNvSpPr/>
              <p:nvPr/>
            </p:nvSpPr>
            <p:spPr>
              <a:xfrm>
                <a:off x="3859530" y="35013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E6CB6D1-2C1A-AC7D-F083-8C9E9B7AEC0D}"/>
                  </a:ext>
                </a:extLst>
              </p:cNvPr>
              <p:cNvSpPr/>
              <p:nvPr/>
            </p:nvSpPr>
            <p:spPr>
              <a:xfrm>
                <a:off x="3966930" y="380928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7EECA5D1-1AB4-07CF-94F7-9A4F50A050AD}"/>
                  </a:ext>
                </a:extLst>
              </p:cNvPr>
              <p:cNvSpPr/>
              <p:nvPr/>
            </p:nvSpPr>
            <p:spPr>
              <a:xfrm>
                <a:off x="4162680" y="369591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03DFA9E9-E0DC-E7D0-82FB-26828E6D3D91}"/>
                  </a:ext>
                </a:extLst>
              </p:cNvPr>
              <p:cNvSpPr/>
              <p:nvPr/>
            </p:nvSpPr>
            <p:spPr>
              <a:xfrm>
                <a:off x="3921930" y="40462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D86658FE-D19A-F2C5-38E8-EC848EA507F0}"/>
                  </a:ext>
                </a:extLst>
              </p:cNvPr>
              <p:cNvSpPr/>
              <p:nvPr/>
            </p:nvSpPr>
            <p:spPr>
              <a:xfrm>
                <a:off x="3501850" y="358440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0EEA4052-4FB9-011E-E0FD-93DEA668164F}"/>
                  </a:ext>
                </a:extLst>
              </p:cNvPr>
              <p:cNvSpPr/>
              <p:nvPr/>
            </p:nvSpPr>
            <p:spPr>
              <a:xfrm>
                <a:off x="3809280" y="42279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50C0A13C-DED7-67C3-3808-A026A6FE45A1}"/>
                  </a:ext>
                </a:extLst>
              </p:cNvPr>
              <p:cNvSpPr/>
              <p:nvPr/>
            </p:nvSpPr>
            <p:spPr>
              <a:xfrm>
                <a:off x="3676650" y="402099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D1354252-20C8-5E53-02B3-C29919E2C4FA}"/>
                  </a:ext>
                </a:extLst>
              </p:cNvPr>
              <p:cNvSpPr/>
              <p:nvPr/>
            </p:nvSpPr>
            <p:spPr>
              <a:xfrm>
                <a:off x="2904973" y="377659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F4E2E355-F86B-C520-2A39-3ECD8D585FBB}"/>
                  </a:ext>
                </a:extLst>
              </p:cNvPr>
              <p:cNvSpPr/>
              <p:nvPr/>
            </p:nvSpPr>
            <p:spPr>
              <a:xfrm>
                <a:off x="2722093" y="405926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2E3C214E-CC7F-D3E7-A88B-2324C4512F99}"/>
                  </a:ext>
                </a:extLst>
              </p:cNvPr>
              <p:cNvSpPr/>
              <p:nvPr/>
            </p:nvSpPr>
            <p:spPr>
              <a:xfrm>
                <a:off x="3208123" y="397112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CCD4A52D-D206-F28F-DE55-D532657A5540}"/>
                  </a:ext>
                </a:extLst>
              </p:cNvPr>
              <p:cNvSpPr/>
              <p:nvPr/>
            </p:nvSpPr>
            <p:spPr>
              <a:xfrm>
                <a:off x="2967373" y="432142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E3B12740-E53D-D63D-1D4A-9A4F39B9EFBD}"/>
                  </a:ext>
                </a:extLst>
              </p:cNvPr>
              <p:cNvSpPr/>
              <p:nvPr/>
            </p:nvSpPr>
            <p:spPr>
              <a:xfrm>
                <a:off x="2547293" y="385961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23C0A946-57C4-FBB5-6F9C-CCEB688FEAF3}"/>
                  </a:ext>
                </a:extLst>
              </p:cNvPr>
              <p:cNvSpPr/>
              <p:nvPr/>
            </p:nvSpPr>
            <p:spPr>
              <a:xfrm>
                <a:off x="2854723" y="4503166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BF1031DA-E608-8DA4-75AE-C312D5DA6A16}"/>
                  </a:ext>
                </a:extLst>
              </p:cNvPr>
              <p:cNvSpPr/>
              <p:nvPr/>
            </p:nvSpPr>
            <p:spPr>
              <a:xfrm>
                <a:off x="2722093" y="429619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5AD950A2-D82F-BCD1-4F4D-8356290075F1}"/>
                  </a:ext>
                </a:extLst>
              </p:cNvPr>
              <p:cNvSpPr/>
              <p:nvPr/>
            </p:nvSpPr>
            <p:spPr>
              <a:xfrm>
                <a:off x="3911010" y="268734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35C7C1D3-704F-724C-332D-B6A07586A92E}"/>
                  </a:ext>
                </a:extLst>
              </p:cNvPr>
              <p:cNvSpPr/>
              <p:nvPr/>
            </p:nvSpPr>
            <p:spPr>
              <a:xfrm>
                <a:off x="3728130" y="297000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BFD9E023-C382-487E-2459-838AC196176F}"/>
                  </a:ext>
                </a:extLst>
              </p:cNvPr>
              <p:cNvSpPr/>
              <p:nvPr/>
            </p:nvSpPr>
            <p:spPr>
              <a:xfrm>
                <a:off x="4018410" y="299523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A27228AE-123C-E170-36EA-19327A3E6772}"/>
                  </a:ext>
                </a:extLst>
              </p:cNvPr>
              <p:cNvSpPr/>
              <p:nvPr/>
            </p:nvSpPr>
            <p:spPr>
              <a:xfrm>
                <a:off x="4214160" y="2881871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C9198B26-1D45-47E2-A5E5-6C58C12AF7C4}"/>
                  </a:ext>
                </a:extLst>
              </p:cNvPr>
              <p:cNvSpPr/>
              <p:nvPr/>
            </p:nvSpPr>
            <p:spPr>
              <a:xfrm>
                <a:off x="3973410" y="323217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A637BD52-AD36-C2D8-1640-8EB2CB83F24C}"/>
                  </a:ext>
                </a:extLst>
              </p:cNvPr>
              <p:cNvSpPr/>
              <p:nvPr/>
            </p:nvSpPr>
            <p:spPr>
              <a:xfrm>
                <a:off x="3553330" y="277035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0A47D6B4-2775-5334-4D7A-64998EF093B9}"/>
                  </a:ext>
                </a:extLst>
              </p:cNvPr>
              <p:cNvSpPr/>
              <p:nvPr/>
            </p:nvSpPr>
            <p:spPr>
              <a:xfrm>
                <a:off x="3728130" y="320694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8FB3D3E6-5A5A-D4A4-0A6E-2570209785E8}"/>
                  </a:ext>
                </a:extLst>
              </p:cNvPr>
              <p:cNvSpPr/>
              <p:nvPr/>
            </p:nvSpPr>
            <p:spPr>
              <a:xfrm>
                <a:off x="2996231" y="27395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9108B569-5048-6B8E-1290-85E4D3CEC62F}"/>
                  </a:ext>
                </a:extLst>
              </p:cNvPr>
              <p:cNvSpPr/>
              <p:nvPr/>
            </p:nvSpPr>
            <p:spPr>
              <a:xfrm>
                <a:off x="2813351" y="302221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FD6F8880-F14B-4C5D-0226-8359C82BCCFF}"/>
                  </a:ext>
                </a:extLst>
              </p:cNvPr>
              <p:cNvSpPr/>
              <p:nvPr/>
            </p:nvSpPr>
            <p:spPr>
              <a:xfrm>
                <a:off x="3103631" y="30474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13411FED-480A-35E8-A058-165B2969E3C2}"/>
                  </a:ext>
                </a:extLst>
              </p:cNvPr>
              <p:cNvSpPr/>
              <p:nvPr/>
            </p:nvSpPr>
            <p:spPr>
              <a:xfrm>
                <a:off x="3299381" y="293408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7122E8E1-7572-0DD7-FB4C-A74B9F5A5520}"/>
                  </a:ext>
                </a:extLst>
              </p:cNvPr>
              <p:cNvSpPr/>
              <p:nvPr/>
            </p:nvSpPr>
            <p:spPr>
              <a:xfrm>
                <a:off x="3058631" y="328438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1DA094E7-BB27-6ED1-B6BB-6FB04EEC9C55}"/>
                  </a:ext>
                </a:extLst>
              </p:cNvPr>
              <p:cNvSpPr/>
              <p:nvPr/>
            </p:nvSpPr>
            <p:spPr>
              <a:xfrm>
                <a:off x="2638551" y="282257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8C23EC25-DCE8-07AF-6E81-58460EB043BE}"/>
                  </a:ext>
                </a:extLst>
              </p:cNvPr>
              <p:cNvSpPr/>
              <p:nvPr/>
            </p:nvSpPr>
            <p:spPr>
              <a:xfrm>
                <a:off x="2945981" y="3466124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2B745BBE-7FEE-2F55-AE23-E0017F57D713}"/>
                  </a:ext>
                </a:extLst>
              </p:cNvPr>
              <p:cNvSpPr/>
              <p:nvPr/>
            </p:nvSpPr>
            <p:spPr>
              <a:xfrm>
                <a:off x="2813351" y="325915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AEFC9EB8-5F0A-AF18-2C95-9B58DAA67380}"/>
                  </a:ext>
                </a:extLst>
              </p:cNvPr>
              <p:cNvSpPr/>
              <p:nvPr/>
            </p:nvSpPr>
            <p:spPr>
              <a:xfrm>
                <a:off x="4661885" y="448095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5005245D-58D6-F784-5C85-A9A011C7F8D4}"/>
                  </a:ext>
                </a:extLst>
              </p:cNvPr>
              <p:cNvSpPr/>
              <p:nvPr/>
            </p:nvSpPr>
            <p:spPr>
              <a:xfrm>
                <a:off x="5147915" y="439282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93F56A90-8B60-9653-A8DC-466D6515A268}"/>
                  </a:ext>
                </a:extLst>
              </p:cNvPr>
              <p:cNvSpPr/>
              <p:nvPr/>
            </p:nvSpPr>
            <p:spPr>
              <a:xfrm>
                <a:off x="4907165" y="474312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8B5E9AC7-4C00-8D9B-F46C-1F2910B1881C}"/>
                  </a:ext>
                </a:extLst>
              </p:cNvPr>
              <p:cNvSpPr/>
              <p:nvPr/>
            </p:nvSpPr>
            <p:spPr>
              <a:xfrm>
                <a:off x="4487085" y="428130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0914C182-D3B3-E87C-2F9F-839C1B1BB919}"/>
                  </a:ext>
                </a:extLst>
              </p:cNvPr>
              <p:cNvSpPr/>
              <p:nvPr/>
            </p:nvSpPr>
            <p:spPr>
              <a:xfrm>
                <a:off x="4794515" y="492486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465808F3-47DC-2609-3904-43B1E2424FF3}"/>
                  </a:ext>
                </a:extLst>
              </p:cNvPr>
              <p:cNvSpPr/>
              <p:nvPr/>
            </p:nvSpPr>
            <p:spPr>
              <a:xfrm>
                <a:off x="3991330" y="448614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65BCBBA0-316D-BCDC-B272-D178ACF5D4B3}"/>
                  </a:ext>
                </a:extLst>
              </p:cNvPr>
              <p:cNvSpPr/>
              <p:nvPr/>
            </p:nvSpPr>
            <p:spPr>
              <a:xfrm>
                <a:off x="3808450" y="4768807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E8DF8BBF-2867-24A5-7E9C-60BDEB6425E8}"/>
                  </a:ext>
                </a:extLst>
              </p:cNvPr>
              <p:cNvSpPr/>
              <p:nvPr/>
            </p:nvSpPr>
            <p:spPr>
              <a:xfrm>
                <a:off x="4294480" y="468067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D3914747-F2E5-A478-B2A8-58221CB9BD8A}"/>
                  </a:ext>
                </a:extLst>
              </p:cNvPr>
              <p:cNvSpPr/>
              <p:nvPr/>
            </p:nvSpPr>
            <p:spPr>
              <a:xfrm>
                <a:off x="4053730" y="503097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ABD07EB4-9788-6C42-6B90-54EFC4F5C04F}"/>
                  </a:ext>
                </a:extLst>
              </p:cNvPr>
              <p:cNvSpPr/>
              <p:nvPr/>
            </p:nvSpPr>
            <p:spPr>
              <a:xfrm>
                <a:off x="3633650" y="4569158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441C4DF9-E16A-2CBC-7B37-70E219185A61}"/>
                  </a:ext>
                </a:extLst>
              </p:cNvPr>
              <p:cNvSpPr/>
              <p:nvPr/>
            </p:nvSpPr>
            <p:spPr>
              <a:xfrm>
                <a:off x="3941080" y="521271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F28C7DF4-843B-683C-1CF4-A4DDB6FE0BE0}"/>
                  </a:ext>
                </a:extLst>
              </p:cNvPr>
              <p:cNvSpPr/>
              <p:nvPr/>
            </p:nvSpPr>
            <p:spPr>
              <a:xfrm>
                <a:off x="3808450" y="5005743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0CD5017A-28D2-BA69-7D07-A036850C4E5F}"/>
                  </a:ext>
                </a:extLst>
              </p:cNvPr>
              <p:cNvSpPr/>
              <p:nvPr/>
            </p:nvSpPr>
            <p:spPr>
              <a:xfrm>
                <a:off x="4923309" y="272563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606B56A7-EE6C-E557-ACFB-F8F17E48ED71}"/>
                  </a:ext>
                </a:extLst>
              </p:cNvPr>
              <p:cNvSpPr/>
              <p:nvPr/>
            </p:nvSpPr>
            <p:spPr>
              <a:xfrm>
                <a:off x="4712199" y="2940809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21908E3D-17C3-15DD-7B22-0E3CDDCDD405}"/>
                  </a:ext>
                </a:extLst>
              </p:cNvPr>
              <p:cNvSpPr/>
              <p:nvPr/>
            </p:nvSpPr>
            <p:spPr>
              <a:xfrm>
                <a:off x="5002479" y="296603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0EEF1E4C-A9A5-0DD1-05E9-6E87FD8CD9B3}"/>
                  </a:ext>
                </a:extLst>
              </p:cNvPr>
              <p:cNvSpPr/>
              <p:nvPr/>
            </p:nvSpPr>
            <p:spPr>
              <a:xfrm>
                <a:off x="5198229" y="2852672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EF964966-562B-9426-E1E1-E1954FA9D396}"/>
                  </a:ext>
                </a:extLst>
              </p:cNvPr>
              <p:cNvSpPr/>
              <p:nvPr/>
            </p:nvSpPr>
            <p:spPr>
              <a:xfrm>
                <a:off x="4957479" y="320297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47CACF90-CD63-B1C4-0F41-E5788E53C1F7}"/>
                  </a:ext>
                </a:extLst>
              </p:cNvPr>
              <p:cNvSpPr/>
              <p:nvPr/>
            </p:nvSpPr>
            <p:spPr>
              <a:xfrm>
                <a:off x="4537399" y="2741160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35C7ECDE-5F07-F52C-4967-3075A7DDABF9}"/>
                  </a:ext>
                </a:extLst>
              </p:cNvPr>
              <p:cNvSpPr/>
              <p:nvPr/>
            </p:nvSpPr>
            <p:spPr>
              <a:xfrm>
                <a:off x="4712199" y="3177745"/>
                <a:ext cx="90000" cy="90000"/>
              </a:xfrm>
              <a:prstGeom prst="ellipse">
                <a:avLst/>
              </a:prstGeom>
              <a:solidFill>
                <a:srgbClr val="003C8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7ED658-A62A-F24C-E43A-1B41B3C7FF80}"/>
                </a:ext>
              </a:extLst>
            </p:cNvPr>
            <p:cNvGrpSpPr/>
            <p:nvPr/>
          </p:nvGrpSpPr>
          <p:grpSpPr>
            <a:xfrm>
              <a:off x="4015761" y="1227199"/>
              <a:ext cx="4680000" cy="4680000"/>
              <a:chOff x="6054563" y="3387563"/>
              <a:chExt cx="3159808" cy="3159808"/>
            </a:xfrm>
            <a:solidFill>
              <a:srgbClr val="000000">
                <a:alpha val="25098"/>
              </a:srgbClr>
            </a:solidFill>
          </p:grpSpPr>
          <p:sp>
            <p:nvSpPr>
              <p:cNvPr id="7" name="Free-form: Shape 6">
                <a:extLst>
                  <a:ext uri="{FF2B5EF4-FFF2-40B4-BE49-F238E27FC236}">
                    <a16:creationId xmlns:a16="http://schemas.microsoft.com/office/drawing/2014/main" id="{A315D10B-195B-D483-C79E-86DEB55F95D0}"/>
                  </a:ext>
                </a:extLst>
              </p:cNvPr>
              <p:cNvSpPr/>
              <p:nvPr/>
            </p:nvSpPr>
            <p:spPr>
              <a:xfrm>
                <a:off x="6054563" y="3387563"/>
                <a:ext cx="3159808" cy="3159808"/>
              </a:xfrm>
              <a:custGeom>
                <a:avLst/>
                <a:gdLst>
                  <a:gd name="connsiteX0" fmla="*/ 1579904 w 3159808"/>
                  <a:gd name="connsiteY0" fmla="*/ 2910350 h 3159808"/>
                  <a:gd name="connsiteX1" fmla="*/ 249459 w 3159808"/>
                  <a:gd name="connsiteY1" fmla="*/ 1579904 h 3159808"/>
                  <a:gd name="connsiteX2" fmla="*/ 1579904 w 3159808"/>
                  <a:gd name="connsiteY2" fmla="*/ 249459 h 3159808"/>
                  <a:gd name="connsiteX3" fmla="*/ 2910350 w 3159808"/>
                  <a:gd name="connsiteY3" fmla="*/ 1579904 h 3159808"/>
                  <a:gd name="connsiteX4" fmla="*/ 1579904 w 3159808"/>
                  <a:gd name="connsiteY4" fmla="*/ 2910350 h 3159808"/>
                  <a:gd name="connsiteX5" fmla="*/ 1579904 w 3159808"/>
                  <a:gd name="connsiteY5" fmla="*/ 0 h 3159808"/>
                  <a:gd name="connsiteX6" fmla="*/ 0 w 3159808"/>
                  <a:gd name="connsiteY6" fmla="*/ 1579904 h 3159808"/>
                  <a:gd name="connsiteX7" fmla="*/ 1579904 w 3159808"/>
                  <a:gd name="connsiteY7" fmla="*/ 3159809 h 3159808"/>
                  <a:gd name="connsiteX8" fmla="*/ 3159809 w 3159808"/>
                  <a:gd name="connsiteY8" fmla="*/ 1579904 h 3159808"/>
                  <a:gd name="connsiteX9" fmla="*/ 1579904 w 3159808"/>
                  <a:gd name="connsiteY9" fmla="*/ 0 h 3159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9808" h="3159808">
                    <a:moveTo>
                      <a:pt x="1579904" y="2910350"/>
                    </a:moveTo>
                    <a:cubicBezTo>
                      <a:pt x="848159" y="2910350"/>
                      <a:pt x="249459" y="2311649"/>
                      <a:pt x="249459" y="1579904"/>
                    </a:cubicBezTo>
                    <a:cubicBezTo>
                      <a:pt x="249459" y="848159"/>
                      <a:pt x="848159" y="249459"/>
                      <a:pt x="1579904" y="249459"/>
                    </a:cubicBezTo>
                    <a:cubicBezTo>
                      <a:pt x="2311649" y="249459"/>
                      <a:pt x="2910350" y="848159"/>
                      <a:pt x="2910350" y="1579904"/>
                    </a:cubicBezTo>
                    <a:cubicBezTo>
                      <a:pt x="2910350" y="2311649"/>
                      <a:pt x="2311649" y="2910350"/>
                      <a:pt x="1579904" y="2910350"/>
                    </a:cubicBezTo>
                    <a:close/>
                    <a:moveTo>
                      <a:pt x="1579904" y="0"/>
                    </a:moveTo>
                    <a:cubicBezTo>
                      <a:pt x="706799" y="0"/>
                      <a:pt x="0" y="706799"/>
                      <a:pt x="0" y="1579904"/>
                    </a:cubicBezTo>
                    <a:cubicBezTo>
                      <a:pt x="0" y="2453009"/>
                      <a:pt x="706799" y="3159809"/>
                      <a:pt x="1579904" y="3159809"/>
                    </a:cubicBezTo>
                    <a:cubicBezTo>
                      <a:pt x="2453009" y="3159809"/>
                      <a:pt x="3159809" y="2453009"/>
                      <a:pt x="3159809" y="1579904"/>
                    </a:cubicBezTo>
                    <a:cubicBezTo>
                      <a:pt x="3159809" y="706799"/>
                      <a:pt x="2453009" y="0"/>
                      <a:pt x="1579904" y="0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8" name="Free-form: Shape 7">
                <a:extLst>
                  <a:ext uri="{FF2B5EF4-FFF2-40B4-BE49-F238E27FC236}">
                    <a16:creationId xmlns:a16="http://schemas.microsoft.com/office/drawing/2014/main" id="{323C66AC-4AEC-23F6-6C3B-81AA48C42291}"/>
                  </a:ext>
                </a:extLst>
              </p:cNvPr>
              <p:cNvSpPr/>
              <p:nvPr/>
            </p:nvSpPr>
            <p:spPr>
              <a:xfrm>
                <a:off x="7551314" y="4135938"/>
                <a:ext cx="727587" cy="1475963"/>
              </a:xfrm>
              <a:custGeom>
                <a:avLst/>
                <a:gdLst>
                  <a:gd name="connsiteX0" fmla="*/ 166306 w 727587"/>
                  <a:gd name="connsiteY0" fmla="*/ 0 h 1475963"/>
                  <a:gd name="connsiteX1" fmla="*/ 0 w 727587"/>
                  <a:gd name="connsiteY1" fmla="*/ 0 h 1475963"/>
                  <a:gd name="connsiteX2" fmla="*/ 0 w 727587"/>
                  <a:gd name="connsiteY2" fmla="*/ 831529 h 1475963"/>
                  <a:gd name="connsiteX3" fmla="*/ 24946 w 727587"/>
                  <a:gd name="connsiteY3" fmla="*/ 889736 h 1475963"/>
                  <a:gd name="connsiteX4" fmla="*/ 611174 w 727587"/>
                  <a:gd name="connsiteY4" fmla="*/ 1475963 h 1475963"/>
                  <a:gd name="connsiteX5" fmla="*/ 727588 w 727587"/>
                  <a:gd name="connsiteY5" fmla="*/ 1359549 h 1475963"/>
                  <a:gd name="connsiteX6" fmla="*/ 166306 w 727587"/>
                  <a:gd name="connsiteY6" fmla="*/ 798267 h 1475963"/>
                  <a:gd name="connsiteX7" fmla="*/ 166306 w 727587"/>
                  <a:gd name="connsiteY7" fmla="*/ 0 h 147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7587" h="1475963">
                    <a:moveTo>
                      <a:pt x="166306" y="0"/>
                    </a:moveTo>
                    <a:lnTo>
                      <a:pt x="0" y="0"/>
                    </a:lnTo>
                    <a:lnTo>
                      <a:pt x="0" y="831529"/>
                    </a:lnTo>
                    <a:cubicBezTo>
                      <a:pt x="0" y="856474"/>
                      <a:pt x="8315" y="877263"/>
                      <a:pt x="24946" y="889736"/>
                    </a:cubicBezTo>
                    <a:lnTo>
                      <a:pt x="611174" y="1475963"/>
                    </a:lnTo>
                    <a:lnTo>
                      <a:pt x="727588" y="1359549"/>
                    </a:lnTo>
                    <a:lnTo>
                      <a:pt x="166306" y="798267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BD315EE2-1E48-61C9-5B0E-0B3E5DA54122}"/>
                  </a:ext>
                </a:extLst>
              </p:cNvPr>
              <p:cNvSpPr/>
              <p:nvPr/>
            </p:nvSpPr>
            <p:spPr>
              <a:xfrm>
                <a:off x="7551314" y="3803327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0E222137-4ACC-2482-BAC3-D757E6EBB02B}"/>
                  </a:ext>
                </a:extLst>
              </p:cNvPr>
              <p:cNvSpPr/>
              <p:nvPr/>
            </p:nvSpPr>
            <p:spPr>
              <a:xfrm>
                <a:off x="7551314" y="5965301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0FABF7E5-4906-F40E-1EDB-8C0DF6799698}"/>
                  </a:ext>
                </a:extLst>
              </p:cNvPr>
              <p:cNvSpPr/>
              <p:nvPr/>
            </p:nvSpPr>
            <p:spPr>
              <a:xfrm>
                <a:off x="6470327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5874F045-AE08-40DA-40CD-CF344AE8D49B}"/>
                  </a:ext>
                </a:extLst>
              </p:cNvPr>
              <p:cNvSpPr/>
              <p:nvPr/>
            </p:nvSpPr>
            <p:spPr>
              <a:xfrm>
                <a:off x="8632301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455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9B8AB-6F6E-2F6E-584C-ECB568B5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61B6E90-3109-6B75-1FA0-20F544531784}"/>
              </a:ext>
            </a:extLst>
          </p:cNvPr>
          <p:cNvGrpSpPr/>
          <p:nvPr/>
        </p:nvGrpSpPr>
        <p:grpSpPr>
          <a:xfrm>
            <a:off x="4154430" y="976815"/>
            <a:ext cx="3876348" cy="4700078"/>
            <a:chOff x="4154430" y="976815"/>
            <a:chExt cx="3876348" cy="4700078"/>
          </a:xfrm>
        </p:grpSpPr>
        <p:sp>
          <p:nvSpPr>
            <p:cNvPr id="8" name="Graphic 6" descr="Heart with solid fill">
              <a:extLst>
                <a:ext uri="{FF2B5EF4-FFF2-40B4-BE49-F238E27FC236}">
                  <a16:creationId xmlns:a16="http://schemas.microsoft.com/office/drawing/2014/main" id="{B5F79954-06C5-0FDE-5971-AEE04FC2A56B}"/>
                </a:ext>
              </a:extLst>
            </p:cNvPr>
            <p:cNvSpPr/>
            <p:nvPr/>
          </p:nvSpPr>
          <p:spPr>
            <a:xfrm>
              <a:off x="4154430" y="1377454"/>
              <a:ext cx="3876348" cy="3898800"/>
            </a:xfrm>
            <a:custGeom>
              <a:avLst/>
              <a:gdLst>
                <a:gd name="connsiteX0" fmla="*/ 3582764 w 7165527"/>
                <a:gd name="connsiteY0" fmla="*/ 1415204 h 6789349"/>
                <a:gd name="connsiteX1" fmla="*/ 0 w 7165527"/>
                <a:gd name="connsiteY1" fmla="*/ 1836706 h 6789349"/>
                <a:gd name="connsiteX2" fmla="*/ 3582764 w 7165527"/>
                <a:gd name="connsiteY2" fmla="*/ 6789350 h 6789349"/>
                <a:gd name="connsiteX3" fmla="*/ 7165528 w 7165527"/>
                <a:gd name="connsiteY3" fmla="*/ 1836706 h 6789349"/>
                <a:gd name="connsiteX4" fmla="*/ 3582764 w 7165527"/>
                <a:gd name="connsiteY4" fmla="*/ 1415204 h 678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527" h="6789349">
                  <a:moveTo>
                    <a:pt x="3582764" y="1415204"/>
                  </a:moveTo>
                  <a:cubicBezTo>
                    <a:pt x="2255034" y="-1219181"/>
                    <a:pt x="0" y="361450"/>
                    <a:pt x="0" y="1836706"/>
                  </a:cubicBezTo>
                  <a:cubicBezTo>
                    <a:pt x="0" y="4049590"/>
                    <a:pt x="3582764" y="6789350"/>
                    <a:pt x="3582764" y="6789350"/>
                  </a:cubicBezTo>
                  <a:cubicBezTo>
                    <a:pt x="3582764" y="6789350"/>
                    <a:pt x="7165528" y="4049590"/>
                    <a:pt x="7165528" y="1836706"/>
                  </a:cubicBezTo>
                  <a:cubicBezTo>
                    <a:pt x="7165528" y="361450"/>
                    <a:pt x="4910494" y="-1219181"/>
                    <a:pt x="3582764" y="1415204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 w="105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BE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C6C932E-67FF-BFCB-6B7A-7AEDC8111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10623" y="976815"/>
              <a:ext cx="3763963" cy="4700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7425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0653-041D-69B5-CE6E-DC34DA09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B67CC00-03B5-1221-5A3A-67004A47FC46}"/>
              </a:ext>
            </a:extLst>
          </p:cNvPr>
          <p:cNvGrpSpPr/>
          <p:nvPr/>
        </p:nvGrpSpPr>
        <p:grpSpPr>
          <a:xfrm>
            <a:off x="4006478" y="1128368"/>
            <a:ext cx="4680000" cy="4700078"/>
            <a:chOff x="4006478" y="1128368"/>
            <a:chExt cx="4680000" cy="470007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AE8E08C-F745-C7B8-4DF7-F09FA9BD5A95}"/>
                </a:ext>
              </a:extLst>
            </p:cNvPr>
            <p:cNvGrpSpPr/>
            <p:nvPr/>
          </p:nvGrpSpPr>
          <p:grpSpPr>
            <a:xfrm>
              <a:off x="4006478" y="1138407"/>
              <a:ext cx="4680000" cy="4680000"/>
              <a:chOff x="6054563" y="3387563"/>
              <a:chExt cx="3159808" cy="3159808"/>
            </a:xfrm>
            <a:solidFill>
              <a:srgbClr val="000000">
                <a:alpha val="25098"/>
              </a:srgbClr>
            </a:solidFill>
          </p:grpSpPr>
          <p:sp>
            <p:nvSpPr>
              <p:cNvPr id="7" name="Free-form: Shape 6">
                <a:extLst>
                  <a:ext uri="{FF2B5EF4-FFF2-40B4-BE49-F238E27FC236}">
                    <a16:creationId xmlns:a16="http://schemas.microsoft.com/office/drawing/2014/main" id="{801BC244-8623-686E-4B7B-D2B144EC1FB5}"/>
                  </a:ext>
                </a:extLst>
              </p:cNvPr>
              <p:cNvSpPr/>
              <p:nvPr/>
            </p:nvSpPr>
            <p:spPr>
              <a:xfrm>
                <a:off x="6054563" y="3387563"/>
                <a:ext cx="3159808" cy="3159808"/>
              </a:xfrm>
              <a:custGeom>
                <a:avLst/>
                <a:gdLst>
                  <a:gd name="connsiteX0" fmla="*/ 1579904 w 3159808"/>
                  <a:gd name="connsiteY0" fmla="*/ 2910350 h 3159808"/>
                  <a:gd name="connsiteX1" fmla="*/ 249459 w 3159808"/>
                  <a:gd name="connsiteY1" fmla="*/ 1579904 h 3159808"/>
                  <a:gd name="connsiteX2" fmla="*/ 1579904 w 3159808"/>
                  <a:gd name="connsiteY2" fmla="*/ 249459 h 3159808"/>
                  <a:gd name="connsiteX3" fmla="*/ 2910350 w 3159808"/>
                  <a:gd name="connsiteY3" fmla="*/ 1579904 h 3159808"/>
                  <a:gd name="connsiteX4" fmla="*/ 1579904 w 3159808"/>
                  <a:gd name="connsiteY4" fmla="*/ 2910350 h 3159808"/>
                  <a:gd name="connsiteX5" fmla="*/ 1579904 w 3159808"/>
                  <a:gd name="connsiteY5" fmla="*/ 0 h 3159808"/>
                  <a:gd name="connsiteX6" fmla="*/ 0 w 3159808"/>
                  <a:gd name="connsiteY6" fmla="*/ 1579904 h 3159808"/>
                  <a:gd name="connsiteX7" fmla="*/ 1579904 w 3159808"/>
                  <a:gd name="connsiteY7" fmla="*/ 3159809 h 3159808"/>
                  <a:gd name="connsiteX8" fmla="*/ 3159809 w 3159808"/>
                  <a:gd name="connsiteY8" fmla="*/ 1579904 h 3159808"/>
                  <a:gd name="connsiteX9" fmla="*/ 1579904 w 3159808"/>
                  <a:gd name="connsiteY9" fmla="*/ 0 h 3159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9808" h="3159808">
                    <a:moveTo>
                      <a:pt x="1579904" y="2910350"/>
                    </a:moveTo>
                    <a:cubicBezTo>
                      <a:pt x="848159" y="2910350"/>
                      <a:pt x="249459" y="2311649"/>
                      <a:pt x="249459" y="1579904"/>
                    </a:cubicBezTo>
                    <a:cubicBezTo>
                      <a:pt x="249459" y="848159"/>
                      <a:pt x="848159" y="249459"/>
                      <a:pt x="1579904" y="249459"/>
                    </a:cubicBezTo>
                    <a:cubicBezTo>
                      <a:pt x="2311649" y="249459"/>
                      <a:pt x="2910350" y="848159"/>
                      <a:pt x="2910350" y="1579904"/>
                    </a:cubicBezTo>
                    <a:cubicBezTo>
                      <a:pt x="2910350" y="2311649"/>
                      <a:pt x="2311649" y="2910350"/>
                      <a:pt x="1579904" y="2910350"/>
                    </a:cubicBezTo>
                    <a:close/>
                    <a:moveTo>
                      <a:pt x="1579904" y="0"/>
                    </a:moveTo>
                    <a:cubicBezTo>
                      <a:pt x="706799" y="0"/>
                      <a:pt x="0" y="706799"/>
                      <a:pt x="0" y="1579904"/>
                    </a:cubicBezTo>
                    <a:cubicBezTo>
                      <a:pt x="0" y="2453009"/>
                      <a:pt x="706799" y="3159809"/>
                      <a:pt x="1579904" y="3159809"/>
                    </a:cubicBezTo>
                    <a:cubicBezTo>
                      <a:pt x="2453009" y="3159809"/>
                      <a:pt x="3159809" y="2453009"/>
                      <a:pt x="3159809" y="1579904"/>
                    </a:cubicBezTo>
                    <a:cubicBezTo>
                      <a:pt x="3159809" y="706799"/>
                      <a:pt x="2453009" y="0"/>
                      <a:pt x="1579904" y="0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8" name="Free-form: Shape 7">
                <a:extLst>
                  <a:ext uri="{FF2B5EF4-FFF2-40B4-BE49-F238E27FC236}">
                    <a16:creationId xmlns:a16="http://schemas.microsoft.com/office/drawing/2014/main" id="{76D3D2E5-AB7A-6CBC-FF58-2A860B939F40}"/>
                  </a:ext>
                </a:extLst>
              </p:cNvPr>
              <p:cNvSpPr/>
              <p:nvPr/>
            </p:nvSpPr>
            <p:spPr>
              <a:xfrm>
                <a:off x="7551314" y="4135938"/>
                <a:ext cx="727587" cy="1475963"/>
              </a:xfrm>
              <a:custGeom>
                <a:avLst/>
                <a:gdLst>
                  <a:gd name="connsiteX0" fmla="*/ 166306 w 727587"/>
                  <a:gd name="connsiteY0" fmla="*/ 0 h 1475963"/>
                  <a:gd name="connsiteX1" fmla="*/ 0 w 727587"/>
                  <a:gd name="connsiteY1" fmla="*/ 0 h 1475963"/>
                  <a:gd name="connsiteX2" fmla="*/ 0 w 727587"/>
                  <a:gd name="connsiteY2" fmla="*/ 831529 h 1475963"/>
                  <a:gd name="connsiteX3" fmla="*/ 24946 w 727587"/>
                  <a:gd name="connsiteY3" fmla="*/ 889736 h 1475963"/>
                  <a:gd name="connsiteX4" fmla="*/ 611174 w 727587"/>
                  <a:gd name="connsiteY4" fmla="*/ 1475963 h 1475963"/>
                  <a:gd name="connsiteX5" fmla="*/ 727588 w 727587"/>
                  <a:gd name="connsiteY5" fmla="*/ 1359549 h 1475963"/>
                  <a:gd name="connsiteX6" fmla="*/ 166306 w 727587"/>
                  <a:gd name="connsiteY6" fmla="*/ 798267 h 1475963"/>
                  <a:gd name="connsiteX7" fmla="*/ 166306 w 727587"/>
                  <a:gd name="connsiteY7" fmla="*/ 0 h 147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7587" h="1475963">
                    <a:moveTo>
                      <a:pt x="166306" y="0"/>
                    </a:moveTo>
                    <a:lnTo>
                      <a:pt x="0" y="0"/>
                    </a:lnTo>
                    <a:lnTo>
                      <a:pt x="0" y="831529"/>
                    </a:lnTo>
                    <a:cubicBezTo>
                      <a:pt x="0" y="856474"/>
                      <a:pt x="8315" y="877263"/>
                      <a:pt x="24946" y="889736"/>
                    </a:cubicBezTo>
                    <a:lnTo>
                      <a:pt x="611174" y="1475963"/>
                    </a:lnTo>
                    <a:lnTo>
                      <a:pt x="727588" y="1359549"/>
                    </a:lnTo>
                    <a:lnTo>
                      <a:pt x="166306" y="798267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4EC211A2-515A-BAB4-763C-75CBAE189481}"/>
                  </a:ext>
                </a:extLst>
              </p:cNvPr>
              <p:cNvSpPr/>
              <p:nvPr/>
            </p:nvSpPr>
            <p:spPr>
              <a:xfrm>
                <a:off x="7551314" y="3803327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B1B9879B-9FED-296A-0C27-86827D40CB45}"/>
                  </a:ext>
                </a:extLst>
              </p:cNvPr>
              <p:cNvSpPr/>
              <p:nvPr/>
            </p:nvSpPr>
            <p:spPr>
              <a:xfrm>
                <a:off x="7551314" y="5965301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B05C0BD4-78DE-2432-F1B9-6BFDE70DD2E6}"/>
                  </a:ext>
                </a:extLst>
              </p:cNvPr>
              <p:cNvSpPr/>
              <p:nvPr/>
            </p:nvSpPr>
            <p:spPr>
              <a:xfrm>
                <a:off x="6470327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C3F5F5D8-207F-97B3-E6F4-6ED8DE5C4522}"/>
                  </a:ext>
                </a:extLst>
              </p:cNvPr>
              <p:cNvSpPr/>
              <p:nvPr/>
            </p:nvSpPr>
            <p:spPr>
              <a:xfrm>
                <a:off x="8632301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</p:grp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5F79A39-C610-A5D5-E1DD-DAF548180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64497" y="1128368"/>
              <a:ext cx="3763963" cy="47000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342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7A4D-ED80-5D9B-572F-195409A6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33F76E1-D4C2-C6E7-F886-F8079B98C78C}"/>
              </a:ext>
            </a:extLst>
          </p:cNvPr>
          <p:cNvGrpSpPr/>
          <p:nvPr/>
        </p:nvGrpSpPr>
        <p:grpSpPr>
          <a:xfrm>
            <a:off x="3575310" y="1844814"/>
            <a:ext cx="3876348" cy="3898800"/>
            <a:chOff x="3575310" y="1844814"/>
            <a:chExt cx="3876348" cy="3898800"/>
          </a:xfrm>
        </p:grpSpPr>
        <p:sp>
          <p:nvSpPr>
            <p:cNvPr id="8" name="Graphic 6" descr="Heart with solid fill">
              <a:extLst>
                <a:ext uri="{FF2B5EF4-FFF2-40B4-BE49-F238E27FC236}">
                  <a16:creationId xmlns:a16="http://schemas.microsoft.com/office/drawing/2014/main" id="{62F0DD4D-D0FB-FBDC-37BE-C6E63A434337}"/>
                </a:ext>
              </a:extLst>
            </p:cNvPr>
            <p:cNvSpPr/>
            <p:nvPr/>
          </p:nvSpPr>
          <p:spPr>
            <a:xfrm>
              <a:off x="3575310" y="1844814"/>
              <a:ext cx="3876348" cy="3898800"/>
            </a:xfrm>
            <a:custGeom>
              <a:avLst/>
              <a:gdLst>
                <a:gd name="connsiteX0" fmla="*/ 3582764 w 7165527"/>
                <a:gd name="connsiteY0" fmla="*/ 1415204 h 6789349"/>
                <a:gd name="connsiteX1" fmla="*/ 0 w 7165527"/>
                <a:gd name="connsiteY1" fmla="*/ 1836706 h 6789349"/>
                <a:gd name="connsiteX2" fmla="*/ 3582764 w 7165527"/>
                <a:gd name="connsiteY2" fmla="*/ 6789350 h 6789349"/>
                <a:gd name="connsiteX3" fmla="*/ 7165528 w 7165527"/>
                <a:gd name="connsiteY3" fmla="*/ 1836706 h 6789349"/>
                <a:gd name="connsiteX4" fmla="*/ 3582764 w 7165527"/>
                <a:gd name="connsiteY4" fmla="*/ 1415204 h 678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527" h="6789349">
                  <a:moveTo>
                    <a:pt x="3582764" y="1415204"/>
                  </a:moveTo>
                  <a:cubicBezTo>
                    <a:pt x="2255034" y="-1219181"/>
                    <a:pt x="0" y="361450"/>
                    <a:pt x="0" y="1836706"/>
                  </a:cubicBezTo>
                  <a:cubicBezTo>
                    <a:pt x="0" y="4049590"/>
                    <a:pt x="3582764" y="6789350"/>
                    <a:pt x="3582764" y="6789350"/>
                  </a:cubicBezTo>
                  <a:cubicBezTo>
                    <a:pt x="3582764" y="6789350"/>
                    <a:pt x="7165528" y="4049590"/>
                    <a:pt x="7165528" y="1836706"/>
                  </a:cubicBezTo>
                  <a:cubicBezTo>
                    <a:pt x="7165528" y="361450"/>
                    <a:pt x="4910494" y="-1219181"/>
                    <a:pt x="3582764" y="1415204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 w="105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BE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493BDC8-6F1C-357A-A52F-A2CC83B59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9341" y="2052409"/>
              <a:ext cx="2908287" cy="348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3639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4E08-8556-F90E-AB42-10A38A8D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3085897-B716-4B8C-6369-7A6A4FAEE304}"/>
              </a:ext>
            </a:extLst>
          </p:cNvPr>
          <p:cNvGrpSpPr/>
          <p:nvPr/>
        </p:nvGrpSpPr>
        <p:grpSpPr>
          <a:xfrm>
            <a:off x="4020729" y="702940"/>
            <a:ext cx="4680000" cy="5091964"/>
            <a:chOff x="4020729" y="702940"/>
            <a:chExt cx="4680000" cy="509196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630839F-6669-9EFF-1B0D-E06189638715}"/>
                </a:ext>
              </a:extLst>
            </p:cNvPr>
            <p:cNvGrpSpPr/>
            <p:nvPr/>
          </p:nvGrpSpPr>
          <p:grpSpPr>
            <a:xfrm>
              <a:off x="4020729" y="908922"/>
              <a:ext cx="4680000" cy="4680000"/>
              <a:chOff x="6054563" y="3387563"/>
              <a:chExt cx="3159808" cy="3159808"/>
            </a:xfrm>
            <a:solidFill>
              <a:srgbClr val="000000">
                <a:alpha val="25098"/>
              </a:srgbClr>
            </a:solidFill>
          </p:grpSpPr>
          <p:sp>
            <p:nvSpPr>
              <p:cNvPr id="7" name="Free-form: Shape 6">
                <a:extLst>
                  <a:ext uri="{FF2B5EF4-FFF2-40B4-BE49-F238E27FC236}">
                    <a16:creationId xmlns:a16="http://schemas.microsoft.com/office/drawing/2014/main" id="{CD48CEE9-E3E5-88D9-408B-8F1387EEFC38}"/>
                  </a:ext>
                </a:extLst>
              </p:cNvPr>
              <p:cNvSpPr/>
              <p:nvPr/>
            </p:nvSpPr>
            <p:spPr>
              <a:xfrm>
                <a:off x="6054563" y="3387563"/>
                <a:ext cx="3159808" cy="3159808"/>
              </a:xfrm>
              <a:custGeom>
                <a:avLst/>
                <a:gdLst>
                  <a:gd name="connsiteX0" fmla="*/ 1579904 w 3159808"/>
                  <a:gd name="connsiteY0" fmla="*/ 2910350 h 3159808"/>
                  <a:gd name="connsiteX1" fmla="*/ 249459 w 3159808"/>
                  <a:gd name="connsiteY1" fmla="*/ 1579904 h 3159808"/>
                  <a:gd name="connsiteX2" fmla="*/ 1579904 w 3159808"/>
                  <a:gd name="connsiteY2" fmla="*/ 249459 h 3159808"/>
                  <a:gd name="connsiteX3" fmla="*/ 2910350 w 3159808"/>
                  <a:gd name="connsiteY3" fmla="*/ 1579904 h 3159808"/>
                  <a:gd name="connsiteX4" fmla="*/ 1579904 w 3159808"/>
                  <a:gd name="connsiteY4" fmla="*/ 2910350 h 3159808"/>
                  <a:gd name="connsiteX5" fmla="*/ 1579904 w 3159808"/>
                  <a:gd name="connsiteY5" fmla="*/ 0 h 3159808"/>
                  <a:gd name="connsiteX6" fmla="*/ 0 w 3159808"/>
                  <a:gd name="connsiteY6" fmla="*/ 1579904 h 3159808"/>
                  <a:gd name="connsiteX7" fmla="*/ 1579904 w 3159808"/>
                  <a:gd name="connsiteY7" fmla="*/ 3159809 h 3159808"/>
                  <a:gd name="connsiteX8" fmla="*/ 3159809 w 3159808"/>
                  <a:gd name="connsiteY8" fmla="*/ 1579904 h 3159808"/>
                  <a:gd name="connsiteX9" fmla="*/ 1579904 w 3159808"/>
                  <a:gd name="connsiteY9" fmla="*/ 0 h 3159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9808" h="3159808">
                    <a:moveTo>
                      <a:pt x="1579904" y="2910350"/>
                    </a:moveTo>
                    <a:cubicBezTo>
                      <a:pt x="848159" y="2910350"/>
                      <a:pt x="249459" y="2311649"/>
                      <a:pt x="249459" y="1579904"/>
                    </a:cubicBezTo>
                    <a:cubicBezTo>
                      <a:pt x="249459" y="848159"/>
                      <a:pt x="848159" y="249459"/>
                      <a:pt x="1579904" y="249459"/>
                    </a:cubicBezTo>
                    <a:cubicBezTo>
                      <a:pt x="2311649" y="249459"/>
                      <a:pt x="2910350" y="848159"/>
                      <a:pt x="2910350" y="1579904"/>
                    </a:cubicBezTo>
                    <a:cubicBezTo>
                      <a:pt x="2910350" y="2311649"/>
                      <a:pt x="2311649" y="2910350"/>
                      <a:pt x="1579904" y="2910350"/>
                    </a:cubicBezTo>
                    <a:close/>
                    <a:moveTo>
                      <a:pt x="1579904" y="0"/>
                    </a:moveTo>
                    <a:cubicBezTo>
                      <a:pt x="706799" y="0"/>
                      <a:pt x="0" y="706799"/>
                      <a:pt x="0" y="1579904"/>
                    </a:cubicBezTo>
                    <a:cubicBezTo>
                      <a:pt x="0" y="2453009"/>
                      <a:pt x="706799" y="3159809"/>
                      <a:pt x="1579904" y="3159809"/>
                    </a:cubicBezTo>
                    <a:cubicBezTo>
                      <a:pt x="2453009" y="3159809"/>
                      <a:pt x="3159809" y="2453009"/>
                      <a:pt x="3159809" y="1579904"/>
                    </a:cubicBezTo>
                    <a:cubicBezTo>
                      <a:pt x="3159809" y="706799"/>
                      <a:pt x="2453009" y="0"/>
                      <a:pt x="1579904" y="0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8" name="Free-form: Shape 7">
                <a:extLst>
                  <a:ext uri="{FF2B5EF4-FFF2-40B4-BE49-F238E27FC236}">
                    <a16:creationId xmlns:a16="http://schemas.microsoft.com/office/drawing/2014/main" id="{89F7E5EE-B1C3-16A0-3720-F28062F52174}"/>
                  </a:ext>
                </a:extLst>
              </p:cNvPr>
              <p:cNvSpPr/>
              <p:nvPr/>
            </p:nvSpPr>
            <p:spPr>
              <a:xfrm>
                <a:off x="7551314" y="4135938"/>
                <a:ext cx="727587" cy="1475963"/>
              </a:xfrm>
              <a:custGeom>
                <a:avLst/>
                <a:gdLst>
                  <a:gd name="connsiteX0" fmla="*/ 166306 w 727587"/>
                  <a:gd name="connsiteY0" fmla="*/ 0 h 1475963"/>
                  <a:gd name="connsiteX1" fmla="*/ 0 w 727587"/>
                  <a:gd name="connsiteY1" fmla="*/ 0 h 1475963"/>
                  <a:gd name="connsiteX2" fmla="*/ 0 w 727587"/>
                  <a:gd name="connsiteY2" fmla="*/ 831529 h 1475963"/>
                  <a:gd name="connsiteX3" fmla="*/ 24946 w 727587"/>
                  <a:gd name="connsiteY3" fmla="*/ 889736 h 1475963"/>
                  <a:gd name="connsiteX4" fmla="*/ 611174 w 727587"/>
                  <a:gd name="connsiteY4" fmla="*/ 1475963 h 1475963"/>
                  <a:gd name="connsiteX5" fmla="*/ 727588 w 727587"/>
                  <a:gd name="connsiteY5" fmla="*/ 1359549 h 1475963"/>
                  <a:gd name="connsiteX6" fmla="*/ 166306 w 727587"/>
                  <a:gd name="connsiteY6" fmla="*/ 798267 h 1475963"/>
                  <a:gd name="connsiteX7" fmla="*/ 166306 w 727587"/>
                  <a:gd name="connsiteY7" fmla="*/ 0 h 147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7587" h="1475963">
                    <a:moveTo>
                      <a:pt x="166306" y="0"/>
                    </a:moveTo>
                    <a:lnTo>
                      <a:pt x="0" y="0"/>
                    </a:lnTo>
                    <a:lnTo>
                      <a:pt x="0" y="831529"/>
                    </a:lnTo>
                    <a:cubicBezTo>
                      <a:pt x="0" y="856474"/>
                      <a:pt x="8315" y="877263"/>
                      <a:pt x="24946" y="889736"/>
                    </a:cubicBezTo>
                    <a:lnTo>
                      <a:pt x="611174" y="1475963"/>
                    </a:lnTo>
                    <a:lnTo>
                      <a:pt x="727588" y="1359549"/>
                    </a:lnTo>
                    <a:lnTo>
                      <a:pt x="166306" y="798267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E2215DC5-9DE2-F8CA-57BA-4D0374CD277B}"/>
                  </a:ext>
                </a:extLst>
              </p:cNvPr>
              <p:cNvSpPr/>
              <p:nvPr/>
            </p:nvSpPr>
            <p:spPr>
              <a:xfrm>
                <a:off x="7551314" y="3803327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0AFD3261-B593-455D-E1BF-1FFE7EA31E6A}"/>
                  </a:ext>
                </a:extLst>
              </p:cNvPr>
              <p:cNvSpPr/>
              <p:nvPr/>
            </p:nvSpPr>
            <p:spPr>
              <a:xfrm>
                <a:off x="7551314" y="5965301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D9D20B8B-853D-C151-1BE8-E38264963CF6}"/>
                  </a:ext>
                </a:extLst>
              </p:cNvPr>
              <p:cNvSpPr/>
              <p:nvPr/>
            </p:nvSpPr>
            <p:spPr>
              <a:xfrm>
                <a:off x="6470327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7BDB092A-203F-24AB-B449-084A709B9FAA}"/>
                  </a:ext>
                </a:extLst>
              </p:cNvPr>
              <p:cNvSpPr/>
              <p:nvPr/>
            </p:nvSpPr>
            <p:spPr>
              <a:xfrm>
                <a:off x="8632301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</p:grp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CD5AA67F-A98E-4C22-9F40-66D8949A9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5220" y="702940"/>
              <a:ext cx="4251019" cy="50919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526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F11EB79-6823-B141-62A2-33557070AE80}"/>
              </a:ext>
            </a:extLst>
          </p:cNvPr>
          <p:cNvGrpSpPr/>
          <p:nvPr/>
        </p:nvGrpSpPr>
        <p:grpSpPr>
          <a:xfrm>
            <a:off x="3545225" y="1302152"/>
            <a:ext cx="4584704" cy="4253696"/>
            <a:chOff x="3545225" y="1302152"/>
            <a:chExt cx="4584704" cy="4253696"/>
          </a:xfrm>
        </p:grpSpPr>
        <p:sp>
          <p:nvSpPr>
            <p:cNvPr id="5" name="Graphic 6" descr="Heart with solid fill">
              <a:extLst>
                <a:ext uri="{FF2B5EF4-FFF2-40B4-BE49-F238E27FC236}">
                  <a16:creationId xmlns:a16="http://schemas.microsoft.com/office/drawing/2014/main" id="{34614E77-7FFD-3D15-4CE3-51CF0B06229A}"/>
                </a:ext>
              </a:extLst>
            </p:cNvPr>
            <p:cNvSpPr/>
            <p:nvPr/>
          </p:nvSpPr>
          <p:spPr>
            <a:xfrm>
              <a:off x="3899403" y="1479600"/>
              <a:ext cx="3876348" cy="3898800"/>
            </a:xfrm>
            <a:custGeom>
              <a:avLst/>
              <a:gdLst>
                <a:gd name="connsiteX0" fmla="*/ 3582764 w 7165527"/>
                <a:gd name="connsiteY0" fmla="*/ 1415204 h 6789349"/>
                <a:gd name="connsiteX1" fmla="*/ 0 w 7165527"/>
                <a:gd name="connsiteY1" fmla="*/ 1836706 h 6789349"/>
                <a:gd name="connsiteX2" fmla="*/ 3582764 w 7165527"/>
                <a:gd name="connsiteY2" fmla="*/ 6789350 h 6789349"/>
                <a:gd name="connsiteX3" fmla="*/ 7165528 w 7165527"/>
                <a:gd name="connsiteY3" fmla="*/ 1836706 h 6789349"/>
                <a:gd name="connsiteX4" fmla="*/ 3582764 w 7165527"/>
                <a:gd name="connsiteY4" fmla="*/ 1415204 h 6789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65527" h="6789349">
                  <a:moveTo>
                    <a:pt x="3582764" y="1415204"/>
                  </a:moveTo>
                  <a:cubicBezTo>
                    <a:pt x="2255034" y="-1219181"/>
                    <a:pt x="0" y="361450"/>
                    <a:pt x="0" y="1836706"/>
                  </a:cubicBezTo>
                  <a:cubicBezTo>
                    <a:pt x="0" y="4049590"/>
                    <a:pt x="3582764" y="6789350"/>
                    <a:pt x="3582764" y="6789350"/>
                  </a:cubicBezTo>
                  <a:cubicBezTo>
                    <a:pt x="3582764" y="6789350"/>
                    <a:pt x="7165528" y="4049590"/>
                    <a:pt x="7165528" y="1836706"/>
                  </a:cubicBezTo>
                  <a:cubicBezTo>
                    <a:pt x="7165528" y="361450"/>
                    <a:pt x="4910494" y="-1219181"/>
                    <a:pt x="3582764" y="1415204"/>
                  </a:cubicBezTo>
                  <a:close/>
                </a:path>
              </a:pathLst>
            </a:custGeom>
            <a:solidFill>
              <a:srgbClr val="FF0000">
                <a:alpha val="40000"/>
              </a:srgbClr>
            </a:solidFill>
            <a:ln w="1053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nl-BE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E121B5F-71F8-818E-9205-823F009CF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45225" y="1302152"/>
              <a:ext cx="4584704" cy="42536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1192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08F93E4-C3F2-B7D5-FFB2-34878822A212}"/>
              </a:ext>
            </a:extLst>
          </p:cNvPr>
          <p:cNvGrpSpPr/>
          <p:nvPr/>
        </p:nvGrpSpPr>
        <p:grpSpPr>
          <a:xfrm>
            <a:off x="3752057" y="908922"/>
            <a:ext cx="5217341" cy="4840658"/>
            <a:chOff x="3752057" y="908922"/>
            <a:chExt cx="5217341" cy="48406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3AA92D6-B3E8-8A4B-E794-D45D41B9A8C9}"/>
                </a:ext>
              </a:extLst>
            </p:cNvPr>
            <p:cNvGrpSpPr/>
            <p:nvPr/>
          </p:nvGrpSpPr>
          <p:grpSpPr>
            <a:xfrm>
              <a:off x="4020727" y="989251"/>
              <a:ext cx="4680000" cy="4680000"/>
              <a:chOff x="6054563" y="3387563"/>
              <a:chExt cx="3159808" cy="3159808"/>
            </a:xfrm>
            <a:solidFill>
              <a:srgbClr val="000000">
                <a:alpha val="25098"/>
              </a:srgbClr>
            </a:solidFill>
          </p:grpSpPr>
          <p:sp>
            <p:nvSpPr>
              <p:cNvPr id="7" name="Free-form: Shape 6">
                <a:extLst>
                  <a:ext uri="{FF2B5EF4-FFF2-40B4-BE49-F238E27FC236}">
                    <a16:creationId xmlns:a16="http://schemas.microsoft.com/office/drawing/2014/main" id="{4D22314B-BA10-6B9F-FB3C-FC34E5520F10}"/>
                  </a:ext>
                </a:extLst>
              </p:cNvPr>
              <p:cNvSpPr/>
              <p:nvPr/>
            </p:nvSpPr>
            <p:spPr>
              <a:xfrm>
                <a:off x="6054563" y="3387563"/>
                <a:ext cx="3159808" cy="3159808"/>
              </a:xfrm>
              <a:custGeom>
                <a:avLst/>
                <a:gdLst>
                  <a:gd name="connsiteX0" fmla="*/ 1579904 w 3159808"/>
                  <a:gd name="connsiteY0" fmla="*/ 2910350 h 3159808"/>
                  <a:gd name="connsiteX1" fmla="*/ 249459 w 3159808"/>
                  <a:gd name="connsiteY1" fmla="*/ 1579904 h 3159808"/>
                  <a:gd name="connsiteX2" fmla="*/ 1579904 w 3159808"/>
                  <a:gd name="connsiteY2" fmla="*/ 249459 h 3159808"/>
                  <a:gd name="connsiteX3" fmla="*/ 2910350 w 3159808"/>
                  <a:gd name="connsiteY3" fmla="*/ 1579904 h 3159808"/>
                  <a:gd name="connsiteX4" fmla="*/ 1579904 w 3159808"/>
                  <a:gd name="connsiteY4" fmla="*/ 2910350 h 3159808"/>
                  <a:gd name="connsiteX5" fmla="*/ 1579904 w 3159808"/>
                  <a:gd name="connsiteY5" fmla="*/ 0 h 3159808"/>
                  <a:gd name="connsiteX6" fmla="*/ 0 w 3159808"/>
                  <a:gd name="connsiteY6" fmla="*/ 1579904 h 3159808"/>
                  <a:gd name="connsiteX7" fmla="*/ 1579904 w 3159808"/>
                  <a:gd name="connsiteY7" fmla="*/ 3159809 h 3159808"/>
                  <a:gd name="connsiteX8" fmla="*/ 3159809 w 3159808"/>
                  <a:gd name="connsiteY8" fmla="*/ 1579904 h 3159808"/>
                  <a:gd name="connsiteX9" fmla="*/ 1579904 w 3159808"/>
                  <a:gd name="connsiteY9" fmla="*/ 0 h 3159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9808" h="3159808">
                    <a:moveTo>
                      <a:pt x="1579904" y="2910350"/>
                    </a:moveTo>
                    <a:cubicBezTo>
                      <a:pt x="848159" y="2910350"/>
                      <a:pt x="249459" y="2311649"/>
                      <a:pt x="249459" y="1579904"/>
                    </a:cubicBezTo>
                    <a:cubicBezTo>
                      <a:pt x="249459" y="848159"/>
                      <a:pt x="848159" y="249459"/>
                      <a:pt x="1579904" y="249459"/>
                    </a:cubicBezTo>
                    <a:cubicBezTo>
                      <a:pt x="2311649" y="249459"/>
                      <a:pt x="2910350" y="848159"/>
                      <a:pt x="2910350" y="1579904"/>
                    </a:cubicBezTo>
                    <a:cubicBezTo>
                      <a:pt x="2910350" y="2311649"/>
                      <a:pt x="2311649" y="2910350"/>
                      <a:pt x="1579904" y="2910350"/>
                    </a:cubicBezTo>
                    <a:close/>
                    <a:moveTo>
                      <a:pt x="1579904" y="0"/>
                    </a:moveTo>
                    <a:cubicBezTo>
                      <a:pt x="706799" y="0"/>
                      <a:pt x="0" y="706799"/>
                      <a:pt x="0" y="1579904"/>
                    </a:cubicBezTo>
                    <a:cubicBezTo>
                      <a:pt x="0" y="2453009"/>
                      <a:pt x="706799" y="3159809"/>
                      <a:pt x="1579904" y="3159809"/>
                    </a:cubicBezTo>
                    <a:cubicBezTo>
                      <a:pt x="2453009" y="3159809"/>
                      <a:pt x="3159809" y="2453009"/>
                      <a:pt x="3159809" y="1579904"/>
                    </a:cubicBezTo>
                    <a:cubicBezTo>
                      <a:pt x="3159809" y="706799"/>
                      <a:pt x="2453009" y="0"/>
                      <a:pt x="1579904" y="0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8" name="Free-form: Shape 7">
                <a:extLst>
                  <a:ext uri="{FF2B5EF4-FFF2-40B4-BE49-F238E27FC236}">
                    <a16:creationId xmlns:a16="http://schemas.microsoft.com/office/drawing/2014/main" id="{7722AD56-AF38-FC3F-3148-7F0407157664}"/>
                  </a:ext>
                </a:extLst>
              </p:cNvPr>
              <p:cNvSpPr/>
              <p:nvPr/>
            </p:nvSpPr>
            <p:spPr>
              <a:xfrm>
                <a:off x="7551314" y="4135938"/>
                <a:ext cx="727587" cy="1475963"/>
              </a:xfrm>
              <a:custGeom>
                <a:avLst/>
                <a:gdLst>
                  <a:gd name="connsiteX0" fmla="*/ 166306 w 727587"/>
                  <a:gd name="connsiteY0" fmla="*/ 0 h 1475963"/>
                  <a:gd name="connsiteX1" fmla="*/ 0 w 727587"/>
                  <a:gd name="connsiteY1" fmla="*/ 0 h 1475963"/>
                  <a:gd name="connsiteX2" fmla="*/ 0 w 727587"/>
                  <a:gd name="connsiteY2" fmla="*/ 831529 h 1475963"/>
                  <a:gd name="connsiteX3" fmla="*/ 24946 w 727587"/>
                  <a:gd name="connsiteY3" fmla="*/ 889736 h 1475963"/>
                  <a:gd name="connsiteX4" fmla="*/ 611174 w 727587"/>
                  <a:gd name="connsiteY4" fmla="*/ 1475963 h 1475963"/>
                  <a:gd name="connsiteX5" fmla="*/ 727588 w 727587"/>
                  <a:gd name="connsiteY5" fmla="*/ 1359549 h 1475963"/>
                  <a:gd name="connsiteX6" fmla="*/ 166306 w 727587"/>
                  <a:gd name="connsiteY6" fmla="*/ 798267 h 1475963"/>
                  <a:gd name="connsiteX7" fmla="*/ 166306 w 727587"/>
                  <a:gd name="connsiteY7" fmla="*/ 0 h 1475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7587" h="1475963">
                    <a:moveTo>
                      <a:pt x="166306" y="0"/>
                    </a:moveTo>
                    <a:lnTo>
                      <a:pt x="0" y="0"/>
                    </a:lnTo>
                    <a:lnTo>
                      <a:pt x="0" y="831529"/>
                    </a:lnTo>
                    <a:cubicBezTo>
                      <a:pt x="0" y="856474"/>
                      <a:pt x="8315" y="877263"/>
                      <a:pt x="24946" y="889736"/>
                    </a:cubicBezTo>
                    <a:lnTo>
                      <a:pt x="611174" y="1475963"/>
                    </a:lnTo>
                    <a:lnTo>
                      <a:pt x="727588" y="1359549"/>
                    </a:lnTo>
                    <a:lnTo>
                      <a:pt x="166306" y="798267"/>
                    </a:lnTo>
                    <a:lnTo>
                      <a:pt x="166306" y="0"/>
                    </a:ln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9" name="Free-form: Shape 8">
                <a:extLst>
                  <a:ext uri="{FF2B5EF4-FFF2-40B4-BE49-F238E27FC236}">
                    <a16:creationId xmlns:a16="http://schemas.microsoft.com/office/drawing/2014/main" id="{99F48F67-9B73-DDD5-1A1A-F636766A6A0B}"/>
                  </a:ext>
                </a:extLst>
              </p:cNvPr>
              <p:cNvSpPr/>
              <p:nvPr/>
            </p:nvSpPr>
            <p:spPr>
              <a:xfrm>
                <a:off x="7551314" y="3803327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68E3CF8E-B664-C3B6-87F3-4A9BE6E3EE1C}"/>
                  </a:ext>
                </a:extLst>
              </p:cNvPr>
              <p:cNvSpPr/>
              <p:nvPr/>
            </p:nvSpPr>
            <p:spPr>
              <a:xfrm>
                <a:off x="7551314" y="5965301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743D029E-42D6-DF88-D5ED-3570CB6FB221}"/>
                  </a:ext>
                </a:extLst>
              </p:cNvPr>
              <p:cNvSpPr/>
              <p:nvPr/>
            </p:nvSpPr>
            <p:spPr>
              <a:xfrm>
                <a:off x="6470327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  <p:sp>
            <p:nvSpPr>
              <p:cNvPr id="12" name="Free-form: Shape 11">
                <a:extLst>
                  <a:ext uri="{FF2B5EF4-FFF2-40B4-BE49-F238E27FC236}">
                    <a16:creationId xmlns:a16="http://schemas.microsoft.com/office/drawing/2014/main" id="{BB4C55E1-8963-D1D8-F09B-29E485A1AA25}"/>
                  </a:ext>
                </a:extLst>
              </p:cNvPr>
              <p:cNvSpPr/>
              <p:nvPr/>
            </p:nvSpPr>
            <p:spPr>
              <a:xfrm>
                <a:off x="8632301" y="4884314"/>
                <a:ext cx="166305" cy="166305"/>
              </a:xfrm>
              <a:custGeom>
                <a:avLst/>
                <a:gdLst>
                  <a:gd name="connsiteX0" fmla="*/ 166306 w 166305"/>
                  <a:gd name="connsiteY0" fmla="*/ 83153 h 166305"/>
                  <a:gd name="connsiteX1" fmla="*/ 83153 w 166305"/>
                  <a:gd name="connsiteY1" fmla="*/ 166306 h 166305"/>
                  <a:gd name="connsiteX2" fmla="*/ 0 w 166305"/>
                  <a:gd name="connsiteY2" fmla="*/ 83153 h 166305"/>
                  <a:gd name="connsiteX3" fmla="*/ 83153 w 166305"/>
                  <a:gd name="connsiteY3" fmla="*/ 0 h 166305"/>
                  <a:gd name="connsiteX4" fmla="*/ 166306 w 166305"/>
                  <a:gd name="connsiteY4" fmla="*/ 83153 h 166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05" h="166305">
                    <a:moveTo>
                      <a:pt x="166306" y="83153"/>
                    </a:moveTo>
                    <a:cubicBezTo>
                      <a:pt x="166306" y="129077"/>
                      <a:pt x="129077" y="166306"/>
                      <a:pt x="83153" y="166306"/>
                    </a:cubicBezTo>
                    <a:cubicBezTo>
                      <a:pt x="37229" y="166306"/>
                      <a:pt x="0" y="129077"/>
                      <a:pt x="0" y="83153"/>
                    </a:cubicBezTo>
                    <a:cubicBezTo>
                      <a:pt x="0" y="37229"/>
                      <a:pt x="37229" y="0"/>
                      <a:pt x="83153" y="0"/>
                    </a:cubicBezTo>
                    <a:cubicBezTo>
                      <a:pt x="129077" y="0"/>
                      <a:pt x="166306" y="37229"/>
                      <a:pt x="166306" y="83153"/>
                    </a:cubicBezTo>
                    <a:close/>
                  </a:path>
                </a:pathLst>
              </a:custGeom>
              <a:grpFill/>
              <a:ln w="415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nl-BE"/>
              </a:p>
            </p:txBody>
          </p:sp>
        </p:grp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E735EEB-AF8C-EF72-8013-A42CD2BFB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52057" y="908922"/>
              <a:ext cx="5217341" cy="48406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3750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Konings</dc:creator>
  <cp:lastModifiedBy>Tom Konings</cp:lastModifiedBy>
  <cp:revision>1</cp:revision>
  <dcterms:created xsi:type="dcterms:W3CDTF">2025-11-20T12:14:55Z</dcterms:created>
  <dcterms:modified xsi:type="dcterms:W3CDTF">2025-11-20T15:04:09Z</dcterms:modified>
</cp:coreProperties>
</file>